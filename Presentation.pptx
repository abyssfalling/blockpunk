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60" r:id="rId6"/>
    <p:sldId id="263" r:id="rId7"/>
    <p:sldId id="261" r:id="rId8"/>
    <p:sldId id="262" r:id="rId9"/>
    <p:sldId id="25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1" userDrawn="1">
          <p15:clr>
            <a:srgbClr val="A4A3A4"/>
          </p15:clr>
        </p15:guide>
        <p15:guide id="2" pos="38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1"/>
        <p:guide pos="38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2688E-260C-4A7F-81D7-8A7B9FBB83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2688E-260C-4A7F-81D7-8A7B9FBB83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2688E-260C-4A7F-81D7-8A7B9FBB83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2688E-260C-4A7F-81D7-8A7B9FBB83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2688E-260C-4A7F-81D7-8A7B9FBB83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65.xml"/><Relationship Id="rId4" Type="http://schemas.openxmlformats.org/officeDocument/2006/relationships/image" Target="../media/image2.png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5.png"/><Relationship Id="rId12" Type="http://schemas.openxmlformats.org/officeDocument/2006/relationships/image" Target="../media/image4.png"/><Relationship Id="rId11" Type="http://schemas.openxmlformats.org/officeDocument/2006/relationships/image" Target="../media/image3.png"/><Relationship Id="rId10" Type="http://schemas.openxmlformats.org/officeDocument/2006/relationships/tags" Target="../tags/tag75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7.png"/><Relationship Id="rId13" Type="http://schemas.openxmlformats.org/officeDocument/2006/relationships/image" Target="../media/image6.jpeg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image" Target="../media/image3.png"/><Relationship Id="rId1" Type="http://schemas.openxmlformats.org/officeDocument/2006/relationships/tags" Target="../tags/tag7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9.png"/><Relationship Id="rId13" Type="http://schemas.openxmlformats.org/officeDocument/2006/relationships/image" Target="../media/image8.png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image" Target="../media/image3.png"/><Relationship Id="rId1" Type="http://schemas.openxmlformats.org/officeDocument/2006/relationships/tags" Target="../tags/tag8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0.png"/><Relationship Id="rId13" Type="http://schemas.openxmlformats.org/officeDocument/2006/relationships/tags" Target="../tags/tag109.xml"/><Relationship Id="rId12" Type="http://schemas.openxmlformats.org/officeDocument/2006/relationships/tags" Target="../tags/tag108.xml"/><Relationship Id="rId11" Type="http://schemas.openxmlformats.org/officeDocument/2006/relationships/image" Target="../media/image3.png"/><Relationship Id="rId10" Type="http://schemas.openxmlformats.org/officeDocument/2006/relationships/tags" Target="../tags/tag107.xml"/><Relationship Id="rId1" Type="http://schemas.openxmlformats.org/officeDocument/2006/relationships/tags" Target="../tags/tag9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11.png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image" Target="../media/image3.png"/><Relationship Id="rId10" Type="http://schemas.openxmlformats.org/officeDocument/2006/relationships/tags" Target="../tags/tag119.xml"/><Relationship Id="rId1" Type="http://schemas.openxmlformats.org/officeDocument/2006/relationships/tags" Target="../tags/tag110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148205"/>
            <a:ext cx="12192000" cy="4709795"/>
          </a:xfrm>
          <a:prstGeom prst="rect">
            <a:avLst/>
          </a:prstGeom>
          <a:solidFill>
            <a:srgbClr val="16195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pic>
        <p:nvPicPr>
          <p:cNvPr id="9" name="图片 8" descr="21288155_233258185671_2"/>
          <p:cNvPicPr>
            <a:picLocks noChangeAspect="1"/>
          </p:cNvPicPr>
          <p:nvPr/>
        </p:nvPicPr>
        <p:blipFill>
          <a:blip r:embed="rId1">
            <a:alphaModFix amt="4000"/>
          </a:blip>
          <a:srcRect l="26117" t="69185" r="58810" b="15833"/>
          <a:stretch>
            <a:fillRect/>
          </a:stretch>
        </p:blipFill>
        <p:spPr>
          <a:xfrm>
            <a:off x="7620635" y="2279015"/>
            <a:ext cx="3536315" cy="4648200"/>
          </a:xfrm>
          <a:prstGeom prst="rect">
            <a:avLst/>
          </a:prstGeom>
        </p:spPr>
      </p:pic>
      <p:sp>
        <p:nvSpPr>
          <p:cNvPr id="3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97915" y="2887980"/>
            <a:ext cx="9250680" cy="87376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400" b="1">
                <a:solidFill>
                  <a:schemeClr val="bg1"/>
                </a:solidFill>
                <a:cs typeface="+mj-lt"/>
              </a:rPr>
              <a:t>NTU Poster </a:t>
            </a:r>
            <a:r>
              <a:rPr lang="en-US" altLang="zh-CN" sz="4400" b="1">
                <a:solidFill>
                  <a:schemeClr val="bg1"/>
                </a:solidFill>
                <a:cs typeface="+mj-lt"/>
              </a:rPr>
              <a:t>Lab</a:t>
            </a:r>
            <a:endParaRPr lang="en-US" altLang="zh-CN" sz="4400" b="1">
              <a:solidFill>
                <a:schemeClr val="bg1"/>
              </a:solidFill>
              <a:cs typeface="+mj-lt"/>
            </a:endParaRPr>
          </a:p>
        </p:txBody>
      </p:sp>
      <p:sp>
        <p:nvSpPr>
          <p:cNvPr id="4" name="副标题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97915" y="4723765"/>
            <a:ext cx="9904095" cy="147256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0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Group Member:  Shen YuShu,Song PuChuan,Huang QiYuan,Wang JingHan</a:t>
            </a:r>
            <a:endParaRPr lang="en-US" altLang="zh-CN" sz="20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8" name="图片 7" descr="NTU_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915" y="604520"/>
            <a:ext cx="3267075" cy="1172845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1151890" y="4040505"/>
            <a:ext cx="1466215" cy="0"/>
          </a:xfrm>
          <a:prstGeom prst="line">
            <a:avLst/>
          </a:prstGeom>
          <a:ln w="38100">
            <a:solidFill>
              <a:srgbClr val="D7144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097915" y="1938020"/>
            <a:ext cx="10446385" cy="87376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b="1">
                <a:solidFill>
                  <a:schemeClr val="bg1"/>
                </a:solidFill>
                <a:cs typeface="+mj-lt"/>
              </a:rPr>
              <a:t>NTU x Base Web3 Hackathon---Sogni AI SDK Track</a:t>
            </a:r>
            <a:endParaRPr lang="en-US" altLang="zh-CN" sz="2800" b="1">
              <a:solidFill>
                <a:schemeClr val="bg1"/>
              </a:solidFill>
              <a:cs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: 形状 5"/>
          <p:cNvSpPr/>
          <p:nvPr>
            <p:custDataLst>
              <p:tags r:id="rId1"/>
            </p:custDataLst>
          </p:nvPr>
        </p:nvSpPr>
        <p:spPr>
          <a:xfrm>
            <a:off x="0" y="0"/>
            <a:ext cx="2280285" cy="6858000"/>
          </a:xfrm>
          <a:custGeom>
            <a:avLst/>
            <a:gdLst>
              <a:gd name="connsiteX0" fmla="*/ 0 w 3140064"/>
              <a:gd name="connsiteY0" fmla="*/ 0 h 6858000"/>
              <a:gd name="connsiteX1" fmla="*/ 3140064 w 3140064"/>
              <a:gd name="connsiteY1" fmla="*/ 0 h 6858000"/>
              <a:gd name="connsiteX2" fmla="*/ 3140064 w 3140064"/>
              <a:gd name="connsiteY2" fmla="*/ 6858000 h 6858000"/>
              <a:gd name="connsiteX3" fmla="*/ 0 w 314006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0064" h="6858000">
                <a:moveTo>
                  <a:pt x="0" y="0"/>
                </a:moveTo>
                <a:lnTo>
                  <a:pt x="3140064" y="0"/>
                </a:lnTo>
                <a:lnTo>
                  <a:pt x="314006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619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矩形: 圆角 10"/>
          <p:cNvSpPr/>
          <p:nvPr>
            <p:custDataLst>
              <p:tags r:id="rId2"/>
            </p:custDataLst>
          </p:nvPr>
        </p:nvSpPr>
        <p:spPr>
          <a:xfrm>
            <a:off x="361950" y="1744345"/>
            <a:ext cx="2097405" cy="897255"/>
          </a:xfrm>
          <a:prstGeom prst="roundRect">
            <a:avLst>
              <a:gd name="adj" fmla="val 1721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0" name="椭圆 29"/>
          <p:cNvSpPr/>
          <p:nvPr>
            <p:custDataLst>
              <p:tags r:id="rId3"/>
            </p:custDataLst>
          </p:nvPr>
        </p:nvSpPr>
        <p:spPr>
          <a:xfrm>
            <a:off x="530014" y="2095179"/>
            <a:ext cx="211666" cy="211666"/>
          </a:xfrm>
          <a:prstGeom prst="ellipse">
            <a:avLst/>
          </a:prstGeom>
          <a:solidFill>
            <a:srgbClr val="161958"/>
          </a:solidFill>
          <a:ln>
            <a:noFill/>
          </a:ln>
          <a:effectLst>
            <a:outerShdw blurRad="50800" dist="38100" dir="2700000" algn="tl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1" name="椭圆 30"/>
          <p:cNvSpPr/>
          <p:nvPr>
            <p:custDataLst>
              <p:tags r:id="rId4"/>
            </p:custDataLst>
          </p:nvPr>
        </p:nvSpPr>
        <p:spPr>
          <a:xfrm>
            <a:off x="530014" y="3230033"/>
            <a:ext cx="211666" cy="211666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>
            <a:outerShdw blurRad="190500" dist="88900" dir="5400000" sx="90000" sy="90000" algn="t" rotWithShape="0">
              <a:srgbClr val="0C65EB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32" name="椭圆 31"/>
          <p:cNvSpPr/>
          <p:nvPr>
            <p:custDataLst>
              <p:tags r:id="rId5"/>
            </p:custDataLst>
          </p:nvPr>
        </p:nvSpPr>
        <p:spPr>
          <a:xfrm>
            <a:off x="530014" y="4373033"/>
            <a:ext cx="211666" cy="211666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>
            <a:outerShdw blurRad="190500" dist="88900" dir="5400000" sx="90000" sy="90000" algn="t" rotWithShape="0">
              <a:srgbClr val="0C65EB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33" name="椭圆 32"/>
          <p:cNvSpPr/>
          <p:nvPr>
            <p:custDataLst>
              <p:tags r:id="rId6"/>
            </p:custDataLst>
          </p:nvPr>
        </p:nvSpPr>
        <p:spPr>
          <a:xfrm>
            <a:off x="530014" y="5516033"/>
            <a:ext cx="211666" cy="211666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>
            <a:outerShdw blurRad="190500" dist="88900" dir="5400000" sx="90000" sy="90000" algn="t" rotWithShape="0">
              <a:srgbClr val="0C65EB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7"/>
            </p:custDataLst>
          </p:nvPr>
        </p:nvSpPr>
        <p:spPr>
          <a:xfrm>
            <a:off x="855988" y="2016535"/>
            <a:ext cx="1407160" cy="39878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Our Group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856623" y="2981735"/>
            <a:ext cx="1297940" cy="70675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Product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  <a:p>
            <a:pPr algn="l"/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Backgroud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857258" y="4052980"/>
            <a:ext cx="972820" cy="70675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Product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  <a:p>
            <a:pPr algn="l"/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Demo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857258" y="5349015"/>
            <a:ext cx="1255395" cy="70675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Technical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  <a:p>
            <a:pPr algn="l"/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Highlights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471160" y="5245100"/>
            <a:ext cx="5374640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  <a:scene3d>
              <a:camera prst="orthographicFront"/>
              <a:lightRig rig="threePt" dir="t"/>
            </a:scene3d>
          </a:bodyPr>
          <a:p>
            <a:r>
              <a:rPr lang="en-US" altLang="zh-CN" sz="3200" b="1" dirty="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Futura Md BT" panose="020B0602020204020303" charset="0"/>
                <a:ea typeface="OPPOSans H" panose="00020600040101010101" charset="-122"/>
                <a:cs typeface="Futura Md BT" panose="020B0602020204020303" charset="0"/>
              </a:rPr>
              <a:t>BlockPunk </a:t>
            </a:r>
            <a:r>
              <a:rPr lang="en-US" altLang="zh-CN" sz="2000" b="1" dirty="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Futura Md BT" panose="020B0602020204020303" charset="0"/>
                <a:ea typeface="OPPOSans H" panose="00020600040101010101" charset="-122"/>
                <a:cs typeface="Futura Md BT" panose="020B0602020204020303" charset="0"/>
              </a:rPr>
              <a:t>from MSBT</a:t>
            </a:r>
            <a:endParaRPr lang="en-US" altLang="zh-CN" sz="2000" b="1" dirty="0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Futura Md BT" panose="020B0602020204020303" charset="0"/>
              <a:ea typeface="OPPOSans H" panose="00020600040101010101" charset="-122"/>
              <a:cs typeface="Futura Md BT" panose="020B0602020204020303" charset="0"/>
            </a:endParaRPr>
          </a:p>
        </p:txBody>
      </p:sp>
      <p:pic>
        <p:nvPicPr>
          <p:cNvPr id="4" name="图片 3" descr="NTU_Logo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438785"/>
            <a:ext cx="1769110" cy="635000"/>
          </a:xfrm>
          <a:prstGeom prst="rect">
            <a:avLst/>
          </a:prstGeom>
        </p:spPr>
      </p:pic>
      <p:pic>
        <p:nvPicPr>
          <p:cNvPr id="7" name="图片 6" descr="icon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52545" y="850900"/>
            <a:ext cx="2759075" cy="41389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01380" y="1744345"/>
            <a:ext cx="2624455" cy="2645410"/>
          </a:xfrm>
          <a:prstGeom prst="rect">
            <a:avLst/>
          </a:prstGeom>
        </p:spPr>
      </p:pic>
      <p:sp>
        <p:nvSpPr>
          <p:cNvPr id="10" name="乘号 9"/>
          <p:cNvSpPr/>
          <p:nvPr/>
        </p:nvSpPr>
        <p:spPr>
          <a:xfrm>
            <a:off x="7154545" y="2776220"/>
            <a:ext cx="637540" cy="711200"/>
          </a:xfrm>
          <a:prstGeom prst="mathMultiply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: 形状 5"/>
          <p:cNvSpPr/>
          <p:nvPr>
            <p:custDataLst>
              <p:tags r:id="rId1"/>
            </p:custDataLst>
          </p:nvPr>
        </p:nvSpPr>
        <p:spPr>
          <a:xfrm>
            <a:off x="0" y="0"/>
            <a:ext cx="2280285" cy="6858000"/>
          </a:xfrm>
          <a:custGeom>
            <a:avLst/>
            <a:gdLst>
              <a:gd name="connsiteX0" fmla="*/ 0 w 3140064"/>
              <a:gd name="connsiteY0" fmla="*/ 0 h 6858000"/>
              <a:gd name="connsiteX1" fmla="*/ 3140064 w 3140064"/>
              <a:gd name="connsiteY1" fmla="*/ 0 h 6858000"/>
              <a:gd name="connsiteX2" fmla="*/ 3140064 w 3140064"/>
              <a:gd name="connsiteY2" fmla="*/ 6858000 h 6858000"/>
              <a:gd name="connsiteX3" fmla="*/ 0 w 314006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0064" h="6858000">
                <a:moveTo>
                  <a:pt x="0" y="0"/>
                </a:moveTo>
                <a:lnTo>
                  <a:pt x="3140064" y="0"/>
                </a:lnTo>
                <a:lnTo>
                  <a:pt x="314006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619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矩形: 圆角 10"/>
          <p:cNvSpPr/>
          <p:nvPr>
            <p:custDataLst>
              <p:tags r:id="rId2"/>
            </p:custDataLst>
          </p:nvPr>
        </p:nvSpPr>
        <p:spPr>
          <a:xfrm>
            <a:off x="387985" y="2919730"/>
            <a:ext cx="2097405" cy="897255"/>
          </a:xfrm>
          <a:prstGeom prst="roundRect">
            <a:avLst>
              <a:gd name="adj" fmla="val 1721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0" name="椭圆 29"/>
          <p:cNvSpPr/>
          <p:nvPr>
            <p:custDataLst>
              <p:tags r:id="rId3"/>
            </p:custDataLst>
          </p:nvPr>
        </p:nvSpPr>
        <p:spPr>
          <a:xfrm>
            <a:off x="530014" y="2095179"/>
            <a:ext cx="211666" cy="211666"/>
          </a:xfrm>
          <a:prstGeom prst="ellipse">
            <a:avLst/>
          </a:prstGeom>
          <a:solidFill>
            <a:srgbClr val="161958"/>
          </a:solidFill>
          <a:ln>
            <a:noFill/>
          </a:ln>
          <a:effectLst>
            <a:outerShdw blurRad="50800" dist="38100" dir="2700000" algn="tl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2" name="椭圆 31"/>
          <p:cNvSpPr/>
          <p:nvPr>
            <p:custDataLst>
              <p:tags r:id="rId4"/>
            </p:custDataLst>
          </p:nvPr>
        </p:nvSpPr>
        <p:spPr>
          <a:xfrm>
            <a:off x="530014" y="4373033"/>
            <a:ext cx="211666" cy="211666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>
            <a:outerShdw blurRad="190500" dist="88900" dir="5400000" sx="90000" sy="90000" algn="t" rotWithShape="0">
              <a:srgbClr val="0C65EB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31" name="椭圆 30"/>
          <p:cNvSpPr/>
          <p:nvPr>
            <p:custDataLst>
              <p:tags r:id="rId5"/>
            </p:custDataLst>
          </p:nvPr>
        </p:nvSpPr>
        <p:spPr>
          <a:xfrm>
            <a:off x="530014" y="3230033"/>
            <a:ext cx="211666" cy="211666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>
            <a:outerShdw blurRad="190500" dist="88900" dir="5400000" sx="90000" sy="90000" algn="t" rotWithShape="0">
              <a:srgbClr val="0C65EB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33" name="椭圆 32"/>
          <p:cNvSpPr/>
          <p:nvPr>
            <p:custDataLst>
              <p:tags r:id="rId6"/>
            </p:custDataLst>
          </p:nvPr>
        </p:nvSpPr>
        <p:spPr>
          <a:xfrm>
            <a:off x="530014" y="5516033"/>
            <a:ext cx="211666" cy="211666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>
            <a:outerShdw blurRad="190500" dist="88900" dir="5400000" sx="90000" sy="90000" algn="t" rotWithShape="0">
              <a:srgbClr val="0C65EB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7"/>
            </p:custDataLst>
          </p:nvPr>
        </p:nvSpPr>
        <p:spPr>
          <a:xfrm>
            <a:off x="838843" y="2016535"/>
            <a:ext cx="1290320" cy="39878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Our Group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8"/>
            </p:custDataLst>
          </p:nvPr>
        </p:nvSpPr>
        <p:spPr>
          <a:xfrm>
            <a:off x="857258" y="4052980"/>
            <a:ext cx="972820" cy="70675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Product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  <a:p>
            <a:pPr algn="l"/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Demo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857258" y="5349015"/>
            <a:ext cx="1255395" cy="70675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Technical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  <a:p>
            <a:pPr algn="l"/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Highlights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</p:txBody>
      </p:sp>
      <p:pic>
        <p:nvPicPr>
          <p:cNvPr id="4" name="图片 3" descr="NTU_Logo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438785"/>
            <a:ext cx="1769110" cy="635000"/>
          </a:xfrm>
          <a:prstGeom prst="rect">
            <a:avLst/>
          </a:prstGeom>
        </p:spPr>
      </p:pic>
      <p:sp>
        <p:nvSpPr>
          <p:cNvPr id="2" name="椭圆 1"/>
          <p:cNvSpPr/>
          <p:nvPr>
            <p:custDataLst>
              <p:tags r:id="rId11"/>
            </p:custDataLst>
          </p:nvPr>
        </p:nvSpPr>
        <p:spPr>
          <a:xfrm>
            <a:off x="530014" y="3297869"/>
            <a:ext cx="211666" cy="211666"/>
          </a:xfrm>
          <a:prstGeom prst="ellipse">
            <a:avLst/>
          </a:prstGeom>
          <a:solidFill>
            <a:srgbClr val="161958"/>
          </a:solidFill>
          <a:ln>
            <a:noFill/>
          </a:ln>
          <a:effectLst>
            <a:outerShdw blurRad="50800" dist="38100" dir="2700000" algn="tl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814713" y="3014755"/>
            <a:ext cx="1377315" cy="70675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Product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  <a:p>
            <a:pPr algn="l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Backgroud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97175" y="448310"/>
            <a:ext cx="3739515" cy="423481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spcAft>
                <a:spcPct val="60000"/>
              </a:spcAft>
            </a:pPr>
            <a:r>
              <a:rPr lang="en-US" altLang="zh-CN" sz="2200" b="1"/>
              <a:t>User Pain Points</a:t>
            </a:r>
            <a:endParaRPr lang="en-US" altLang="zh-CN" sz="1600"/>
          </a:p>
          <a:p>
            <a:pPr indent="0">
              <a:buFont typeface="Arial" panose="020B0604020202020204"/>
              <a:buNone/>
            </a:pPr>
            <a:r>
              <a:rPr lang="zh-CN" altLang="en-US" sz="1600"/>
              <a:t>🎓 </a:t>
            </a:r>
            <a:r>
              <a:rPr lang="en-US" altLang="zh-CN" sz="1600"/>
              <a:t>NTU&amp;student clubs organize events every day: talks, competitions, gatherings……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 indent="0">
              <a:buFont typeface="Arial" panose="020B0604020202020204"/>
              <a:buNone/>
            </a:pPr>
            <a:r>
              <a:rPr lang="zh-CN" altLang="en-US" sz="1600"/>
              <a:t>🎨 </a:t>
            </a:r>
            <a:r>
              <a:rPr lang="en-US" altLang="zh-CN" sz="1600"/>
              <a:t>Most organizers lack design skills </a:t>
            </a:r>
            <a:r>
              <a:rPr lang="en-US" altLang="zh-CN" sz="1600"/>
              <a:t>and make posters look unattractive.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 indent="0">
              <a:buFont typeface="Arial" panose="020B0604020202020204"/>
              <a:buNone/>
            </a:pPr>
            <a:r>
              <a:rPr lang="zh-CN" altLang="en-US" sz="1600"/>
              <a:t>🕒 </a:t>
            </a:r>
            <a:r>
              <a:rPr lang="en-US" altLang="zh-CN" sz="1600"/>
              <a:t>Manual poster creation is time-consuming and requires tools knowledge.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 indent="0">
              <a:buFont typeface="Arial" panose="020B0604020202020204"/>
              <a:buNone/>
            </a:pPr>
            <a:r>
              <a:rPr lang="zh-CN" altLang="en-US" sz="1600"/>
              <a:t>📉 </a:t>
            </a:r>
            <a:r>
              <a:rPr lang="en-US" altLang="zh-CN" sz="1600"/>
              <a:t>Poor poster design leads to lower visibility and participation.</a:t>
            </a:r>
            <a:endParaRPr lang="en-US" altLang="zh-CN" sz="1600"/>
          </a:p>
        </p:txBody>
      </p:sp>
      <p:sp>
        <p:nvSpPr>
          <p:cNvPr id="11" name="文本框 10"/>
          <p:cNvSpPr txBox="1"/>
          <p:nvPr/>
        </p:nvSpPr>
        <p:spPr>
          <a:xfrm>
            <a:off x="7503795" y="449580"/>
            <a:ext cx="4281170" cy="372808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spcAft>
                <a:spcPct val="60000"/>
              </a:spcAft>
            </a:pPr>
            <a:r>
              <a:rPr lang="en-US" altLang="zh-CN" sz="2200" b="1"/>
              <a:t>Our Value Proposition</a:t>
            </a:r>
            <a:endParaRPr lang="en-US" altLang="zh-CN" sz="1600"/>
          </a:p>
          <a:p>
            <a:pPr indent="0">
              <a:buFont typeface="Arial" panose="020B0604020202020204"/>
              <a:buNone/>
            </a:pPr>
            <a:r>
              <a:rPr lang="zh-CN" altLang="en-US" sz="1600"/>
              <a:t>⚡ </a:t>
            </a:r>
            <a:r>
              <a:rPr lang="en-US" altLang="zh-CN" sz="1600"/>
              <a:t>One-click poster generation</a:t>
            </a:r>
            <a:endParaRPr lang="en-US" altLang="zh-CN" sz="1600"/>
          </a:p>
          <a:p>
            <a:pPr indent="0">
              <a:buFont typeface="Arial" panose="020B0604020202020204"/>
              <a:buNone/>
            </a:pPr>
            <a:r>
              <a:rPr lang="en-US" altLang="zh-CN" sz="1600"/>
              <a:t>     → simply fill in event details.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 indent="0">
              <a:buFont typeface="Arial" panose="020B0604020202020204"/>
              <a:buNone/>
            </a:pPr>
            <a:r>
              <a:rPr lang="zh-CN" altLang="en-US" sz="1600"/>
              <a:t>🎨 </a:t>
            </a:r>
            <a:r>
              <a:rPr lang="en-US" altLang="zh-CN" sz="1600"/>
              <a:t>Powered by Sogni SDK’s decentralized AI art</a:t>
            </a:r>
            <a:endParaRPr lang="en-US" altLang="zh-CN" sz="1600"/>
          </a:p>
          <a:p>
            <a:pPr indent="0">
              <a:buFont typeface="Arial" panose="020B0604020202020204"/>
              <a:buNone/>
            </a:pPr>
            <a:r>
              <a:rPr lang="en-US" altLang="zh-CN" sz="1600"/>
              <a:t>     → professional, creative results.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 indent="0">
              <a:buFont typeface="Arial" panose="020B0604020202020204"/>
              <a:buNone/>
            </a:pPr>
            <a:r>
              <a:rPr lang="zh-CN" altLang="en-US" sz="1600"/>
              <a:t>🔄 </a:t>
            </a:r>
            <a:r>
              <a:rPr lang="en-US" altLang="zh-CN" sz="1600"/>
              <a:t>Multiple variations</a:t>
            </a:r>
            <a:endParaRPr lang="en-US" altLang="zh-CN" sz="1600"/>
          </a:p>
          <a:p>
            <a:pPr indent="0">
              <a:buFont typeface="Arial" panose="020B0604020202020204"/>
              <a:buNone/>
            </a:pPr>
            <a:r>
              <a:rPr lang="en-US" altLang="zh-CN" sz="1600"/>
              <a:t>     → refresh until you find the perfect design.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 indent="0">
              <a:buFont typeface="Arial" panose="020B0604020202020204"/>
              <a:buNone/>
            </a:pPr>
            <a:r>
              <a:rPr lang="zh-CN" altLang="en-US" sz="1600"/>
              <a:t>📥 </a:t>
            </a:r>
            <a:r>
              <a:rPr lang="en-US" altLang="zh-CN" sz="1600"/>
              <a:t>Instant download </a:t>
            </a:r>
            <a:endParaRPr lang="en-US" altLang="zh-CN" sz="1600"/>
          </a:p>
          <a:p>
            <a:pPr indent="0">
              <a:buFont typeface="Arial" panose="020B0604020202020204"/>
              <a:buNone/>
            </a:pPr>
            <a:r>
              <a:rPr lang="en-US" altLang="zh-CN" sz="1600"/>
              <a:t>     → share online or print immediately.</a:t>
            </a:r>
            <a:endParaRPr lang="en-US" altLang="zh-CN" sz="1600"/>
          </a:p>
        </p:txBody>
      </p:sp>
      <p:pic>
        <p:nvPicPr>
          <p:cNvPr id="7" name="图片 6" descr="6fb9225a47090dada50f2ed153f5287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96565" y="4448175"/>
            <a:ext cx="1331595" cy="199771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346575" y="5297170"/>
            <a:ext cx="23412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>
                <a:solidFill>
                  <a:schemeClr val="bg2">
                    <a:lumMod val="75000"/>
                  </a:schemeClr>
                </a:solidFill>
              </a:rPr>
              <a:t>Only text accumulation</a:t>
            </a:r>
            <a:endParaRPr lang="en-US" altLang="zh-CN" sz="140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altLang="zh-CN" sz="1400">
                <a:solidFill>
                  <a:schemeClr val="bg2">
                    <a:lumMod val="75000"/>
                  </a:schemeClr>
                </a:solidFill>
              </a:rPr>
              <a:t> without design sense</a:t>
            </a:r>
            <a:endParaRPr lang="en-US" altLang="zh-CN" sz="140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08775" y="4321175"/>
            <a:ext cx="3315335" cy="225234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958705" y="5078730"/>
            <a:ext cx="2029460" cy="12858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solidFill>
                  <a:schemeClr val="bg2">
                    <a:lumMod val="75000"/>
                  </a:schemeClr>
                </a:solidFill>
              </a:rPr>
              <a:t>The layout is difficult to conceive, and adjusting information is troublesome</a:t>
            </a:r>
            <a:endParaRPr lang="en-US" altLang="zh-CN" sz="140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: 形状 5"/>
          <p:cNvSpPr/>
          <p:nvPr>
            <p:custDataLst>
              <p:tags r:id="rId1"/>
            </p:custDataLst>
          </p:nvPr>
        </p:nvSpPr>
        <p:spPr>
          <a:xfrm>
            <a:off x="0" y="0"/>
            <a:ext cx="2280285" cy="6858000"/>
          </a:xfrm>
          <a:custGeom>
            <a:avLst/>
            <a:gdLst>
              <a:gd name="connsiteX0" fmla="*/ 0 w 3140064"/>
              <a:gd name="connsiteY0" fmla="*/ 0 h 6858000"/>
              <a:gd name="connsiteX1" fmla="*/ 3140064 w 3140064"/>
              <a:gd name="connsiteY1" fmla="*/ 0 h 6858000"/>
              <a:gd name="connsiteX2" fmla="*/ 3140064 w 3140064"/>
              <a:gd name="connsiteY2" fmla="*/ 6858000 h 6858000"/>
              <a:gd name="connsiteX3" fmla="*/ 0 w 314006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0064" h="6858000">
                <a:moveTo>
                  <a:pt x="0" y="0"/>
                </a:moveTo>
                <a:lnTo>
                  <a:pt x="3140064" y="0"/>
                </a:lnTo>
                <a:lnTo>
                  <a:pt x="314006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619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矩形: 圆角 10"/>
          <p:cNvSpPr/>
          <p:nvPr>
            <p:custDataLst>
              <p:tags r:id="rId2"/>
            </p:custDataLst>
          </p:nvPr>
        </p:nvSpPr>
        <p:spPr>
          <a:xfrm>
            <a:off x="387985" y="2919730"/>
            <a:ext cx="2097405" cy="897255"/>
          </a:xfrm>
          <a:prstGeom prst="roundRect">
            <a:avLst>
              <a:gd name="adj" fmla="val 1721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0" name="椭圆 29"/>
          <p:cNvSpPr/>
          <p:nvPr>
            <p:custDataLst>
              <p:tags r:id="rId3"/>
            </p:custDataLst>
          </p:nvPr>
        </p:nvSpPr>
        <p:spPr>
          <a:xfrm>
            <a:off x="530014" y="2095179"/>
            <a:ext cx="211666" cy="211666"/>
          </a:xfrm>
          <a:prstGeom prst="ellipse">
            <a:avLst/>
          </a:prstGeom>
          <a:solidFill>
            <a:srgbClr val="161958"/>
          </a:solidFill>
          <a:ln>
            <a:noFill/>
          </a:ln>
          <a:effectLst>
            <a:outerShdw blurRad="50800" dist="38100" dir="2700000" algn="tl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2" name="椭圆 31"/>
          <p:cNvSpPr/>
          <p:nvPr>
            <p:custDataLst>
              <p:tags r:id="rId4"/>
            </p:custDataLst>
          </p:nvPr>
        </p:nvSpPr>
        <p:spPr>
          <a:xfrm>
            <a:off x="530014" y="4373033"/>
            <a:ext cx="211666" cy="211666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>
            <a:outerShdw blurRad="190500" dist="88900" dir="5400000" sx="90000" sy="90000" algn="t" rotWithShape="0">
              <a:srgbClr val="0C65EB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31" name="椭圆 30"/>
          <p:cNvSpPr/>
          <p:nvPr>
            <p:custDataLst>
              <p:tags r:id="rId5"/>
            </p:custDataLst>
          </p:nvPr>
        </p:nvSpPr>
        <p:spPr>
          <a:xfrm>
            <a:off x="530014" y="3230033"/>
            <a:ext cx="211666" cy="211666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>
            <a:outerShdw blurRad="190500" dist="88900" dir="5400000" sx="90000" sy="90000" algn="t" rotWithShape="0">
              <a:srgbClr val="0C65EB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33" name="椭圆 32"/>
          <p:cNvSpPr/>
          <p:nvPr>
            <p:custDataLst>
              <p:tags r:id="rId6"/>
            </p:custDataLst>
          </p:nvPr>
        </p:nvSpPr>
        <p:spPr>
          <a:xfrm>
            <a:off x="530014" y="5516033"/>
            <a:ext cx="211666" cy="211666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>
            <a:outerShdw blurRad="190500" dist="88900" dir="5400000" sx="90000" sy="90000" algn="t" rotWithShape="0">
              <a:srgbClr val="0C65EB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7"/>
            </p:custDataLst>
          </p:nvPr>
        </p:nvSpPr>
        <p:spPr>
          <a:xfrm>
            <a:off x="838843" y="2016535"/>
            <a:ext cx="1290320" cy="39878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Our Group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8"/>
            </p:custDataLst>
          </p:nvPr>
        </p:nvSpPr>
        <p:spPr>
          <a:xfrm>
            <a:off x="857258" y="4052980"/>
            <a:ext cx="972820" cy="70675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Product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  <a:p>
            <a:pPr algn="l"/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Demo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857258" y="5349015"/>
            <a:ext cx="1255395" cy="70675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Technical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  <a:p>
            <a:pPr algn="l"/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Highlights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</p:txBody>
      </p:sp>
      <p:pic>
        <p:nvPicPr>
          <p:cNvPr id="4" name="图片 3" descr="NTU_Logo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438785"/>
            <a:ext cx="1769110" cy="635000"/>
          </a:xfrm>
          <a:prstGeom prst="rect">
            <a:avLst/>
          </a:prstGeom>
        </p:spPr>
      </p:pic>
      <p:sp>
        <p:nvSpPr>
          <p:cNvPr id="2" name="椭圆 1"/>
          <p:cNvSpPr/>
          <p:nvPr>
            <p:custDataLst>
              <p:tags r:id="rId11"/>
            </p:custDataLst>
          </p:nvPr>
        </p:nvSpPr>
        <p:spPr>
          <a:xfrm>
            <a:off x="530014" y="3297869"/>
            <a:ext cx="211666" cy="211666"/>
          </a:xfrm>
          <a:prstGeom prst="ellipse">
            <a:avLst/>
          </a:prstGeom>
          <a:solidFill>
            <a:srgbClr val="161958"/>
          </a:solidFill>
          <a:ln>
            <a:noFill/>
          </a:ln>
          <a:effectLst>
            <a:outerShdw blurRad="50800" dist="38100" dir="2700000" algn="tl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814713" y="3014755"/>
            <a:ext cx="1377315" cy="70675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Product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  <a:p>
            <a:pPr algn="l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Backgroud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748915" y="1202690"/>
            <a:ext cx="8927465" cy="23069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b="1">
                <a:ln w="15875"/>
                <a:gradFill>
                  <a:gsLst>
                    <a:gs pos="0">
                      <a:schemeClr val="accent1">
                        <a:lumOff val="-19996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6"/>
                      </a:schemeClr>
                    </a:gs>
                  </a:gsLst>
                  <a:lin ang="0" scaled="0"/>
                </a:gradFill>
                <a:effectLst/>
              </a:rPr>
              <a:t>Boost event visibility</a:t>
            </a:r>
            <a:r>
              <a:rPr lang="en-US" altLang="zh-CN"/>
              <a:t> </a:t>
            </a:r>
            <a:r>
              <a:rPr lang="zh-CN" altLang="en-US"/>
              <a:t>：</a:t>
            </a:r>
            <a:r>
              <a:rPr lang="en-US" altLang="zh-CN"/>
              <a:t>more participants, more engagement.</a:t>
            </a:r>
            <a:endParaRPr lang="en-US" altLang="zh-CN"/>
          </a:p>
          <a:p>
            <a:endParaRPr lang="en-US" altLang="zh-CN"/>
          </a:p>
          <a:p>
            <a:r>
              <a:rPr lang="en-US" altLang="zh-CN" b="1">
                <a:ln w="15875"/>
                <a:gradFill>
                  <a:gsLst>
                    <a:gs pos="0">
                      <a:schemeClr val="accent1">
                        <a:lumOff val="-19996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6"/>
                      </a:schemeClr>
                    </a:gs>
                  </a:gsLst>
                  <a:lin ang="0" scaled="0"/>
                </a:gradFill>
                <a:effectLst/>
              </a:rPr>
              <a:t>Save cost</a:t>
            </a:r>
            <a:r>
              <a:rPr lang="en-US" altLang="zh-CN"/>
              <a:t> </a:t>
            </a:r>
            <a:r>
              <a:rPr lang="zh-CN" altLang="en-US"/>
              <a:t>：</a:t>
            </a:r>
            <a:r>
              <a:rPr lang="en-US" altLang="zh-CN"/>
              <a:t> no need to hire designers.</a:t>
            </a:r>
            <a:endParaRPr lang="en-US" altLang="zh-CN"/>
          </a:p>
          <a:p>
            <a:endParaRPr lang="en-US" altLang="zh-CN"/>
          </a:p>
          <a:p>
            <a:r>
              <a:rPr lang="en-US" altLang="zh-CN" b="1">
                <a:ln w="15875"/>
                <a:gradFill>
                  <a:gsLst>
                    <a:gs pos="0">
                      <a:schemeClr val="accent1">
                        <a:lumOff val="-19996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6"/>
                      </a:schemeClr>
                    </a:gs>
                  </a:gsLst>
                  <a:lin ang="0" scaled="0"/>
                </a:gradFill>
                <a:effectLst/>
              </a:rPr>
              <a:t>Save time</a:t>
            </a:r>
            <a:r>
              <a:rPr lang="en-US" altLang="zh-CN"/>
              <a:t> </a:t>
            </a:r>
            <a:r>
              <a:rPr lang="zh-CN" altLang="en-US"/>
              <a:t>：</a:t>
            </a:r>
            <a:r>
              <a:rPr lang="en-US" altLang="zh-CN"/>
              <a:t> just enter the infomation of activity,and the poster will ready in seconds.</a:t>
            </a:r>
            <a:endParaRPr lang="en-US" altLang="zh-CN"/>
          </a:p>
          <a:p>
            <a:endParaRPr lang="en-US" altLang="zh-CN"/>
          </a:p>
          <a:p>
            <a:r>
              <a:rPr lang="en-US" altLang="zh-CN" b="1">
                <a:ln w="15875"/>
                <a:gradFill>
                  <a:gsLst>
                    <a:gs pos="0">
                      <a:schemeClr val="accent1">
                        <a:lumOff val="-19996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6"/>
                      </a:schemeClr>
                    </a:gs>
                  </a:gsLst>
                  <a:lin ang="0" scaled="0"/>
                </a:gradFill>
                <a:effectLst/>
              </a:rPr>
              <a:t>Scalable</a:t>
            </a:r>
            <a:r>
              <a:rPr lang="en-US" altLang="zh-CN"/>
              <a:t> </a:t>
            </a:r>
            <a:r>
              <a:rPr lang="zh-CN" altLang="en-US"/>
              <a:t>：</a:t>
            </a:r>
            <a:r>
              <a:rPr lang="en-US" altLang="zh-CN"/>
              <a:t> beyond campus——businesses, communities, personal events,and you can choose the unique style as you like!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748915" y="532130"/>
            <a:ext cx="303530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32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HERE WE ARE</a:t>
            </a:r>
            <a:endParaRPr lang="en-US" altLang="zh-CN" sz="32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36365" y="3816985"/>
            <a:ext cx="1593215" cy="239903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374640" y="6316345"/>
            <a:ext cx="2592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2">
                    <a:lumMod val="75000"/>
                  </a:schemeClr>
                </a:solidFill>
              </a:rPr>
              <a:t>Generate </a:t>
            </a:r>
            <a:r>
              <a:rPr lang="en-US" altLang="zh-CN">
                <a:solidFill>
                  <a:schemeClr val="bg2">
                    <a:lumMod val="75000"/>
                  </a:schemeClr>
                </a:solidFill>
              </a:rPr>
              <a:t>Example</a:t>
            </a:r>
            <a:endParaRPr lang="en-US" altLang="zh-CN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57745" y="3816985"/>
            <a:ext cx="1665605" cy="2499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: 形状 5"/>
          <p:cNvSpPr/>
          <p:nvPr>
            <p:custDataLst>
              <p:tags r:id="rId1"/>
            </p:custDataLst>
          </p:nvPr>
        </p:nvSpPr>
        <p:spPr>
          <a:xfrm>
            <a:off x="0" y="0"/>
            <a:ext cx="2280285" cy="6858000"/>
          </a:xfrm>
          <a:custGeom>
            <a:avLst/>
            <a:gdLst>
              <a:gd name="connsiteX0" fmla="*/ 0 w 3140064"/>
              <a:gd name="connsiteY0" fmla="*/ 0 h 6858000"/>
              <a:gd name="connsiteX1" fmla="*/ 3140064 w 3140064"/>
              <a:gd name="connsiteY1" fmla="*/ 0 h 6858000"/>
              <a:gd name="connsiteX2" fmla="*/ 3140064 w 3140064"/>
              <a:gd name="connsiteY2" fmla="*/ 6858000 h 6858000"/>
              <a:gd name="connsiteX3" fmla="*/ 0 w 314006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0064" h="6858000">
                <a:moveTo>
                  <a:pt x="0" y="0"/>
                </a:moveTo>
                <a:lnTo>
                  <a:pt x="3140064" y="0"/>
                </a:lnTo>
                <a:lnTo>
                  <a:pt x="314006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619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矩形: 圆角 10"/>
          <p:cNvSpPr/>
          <p:nvPr>
            <p:custDataLst>
              <p:tags r:id="rId2"/>
            </p:custDataLst>
          </p:nvPr>
        </p:nvSpPr>
        <p:spPr>
          <a:xfrm>
            <a:off x="361950" y="4029075"/>
            <a:ext cx="2097405" cy="897255"/>
          </a:xfrm>
          <a:prstGeom prst="roundRect">
            <a:avLst>
              <a:gd name="adj" fmla="val 1721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0" name="椭圆 29"/>
          <p:cNvSpPr/>
          <p:nvPr>
            <p:custDataLst>
              <p:tags r:id="rId3"/>
            </p:custDataLst>
          </p:nvPr>
        </p:nvSpPr>
        <p:spPr>
          <a:xfrm>
            <a:off x="530225" y="2087245"/>
            <a:ext cx="211455" cy="219075"/>
          </a:xfrm>
          <a:prstGeom prst="ellipse">
            <a:avLst/>
          </a:prstGeom>
          <a:solidFill>
            <a:srgbClr val="161958"/>
          </a:solidFill>
          <a:ln>
            <a:noFill/>
          </a:ln>
          <a:effectLst>
            <a:outerShdw blurRad="50800" dist="38100" dir="2700000" algn="tl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1" name="椭圆 30"/>
          <p:cNvSpPr/>
          <p:nvPr>
            <p:custDataLst>
              <p:tags r:id="rId4"/>
            </p:custDataLst>
          </p:nvPr>
        </p:nvSpPr>
        <p:spPr>
          <a:xfrm>
            <a:off x="530014" y="3230033"/>
            <a:ext cx="211666" cy="211666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>
            <a:outerShdw blurRad="190500" dist="88900" dir="5400000" sx="90000" sy="90000" algn="t" rotWithShape="0">
              <a:srgbClr val="0C65EB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32" name="椭圆 31"/>
          <p:cNvSpPr/>
          <p:nvPr>
            <p:custDataLst>
              <p:tags r:id="rId5"/>
            </p:custDataLst>
          </p:nvPr>
        </p:nvSpPr>
        <p:spPr>
          <a:xfrm>
            <a:off x="530014" y="4373033"/>
            <a:ext cx="211666" cy="211666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>
            <a:outerShdw blurRad="190500" dist="88900" dir="5400000" sx="90000" sy="90000" algn="t" rotWithShape="0">
              <a:srgbClr val="0C65EB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33" name="椭圆 32"/>
          <p:cNvSpPr/>
          <p:nvPr>
            <p:custDataLst>
              <p:tags r:id="rId6"/>
            </p:custDataLst>
          </p:nvPr>
        </p:nvSpPr>
        <p:spPr>
          <a:xfrm>
            <a:off x="530014" y="5516033"/>
            <a:ext cx="211666" cy="211666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>
            <a:outerShdw blurRad="190500" dist="88900" dir="5400000" sx="90000" sy="90000" algn="t" rotWithShape="0">
              <a:srgbClr val="0C65EB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7"/>
            </p:custDataLst>
          </p:nvPr>
        </p:nvSpPr>
        <p:spPr>
          <a:xfrm>
            <a:off x="855988" y="2016535"/>
            <a:ext cx="1290320" cy="39878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Our Group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856623" y="2981735"/>
            <a:ext cx="1297940" cy="70675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Product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  <a:p>
            <a:pPr algn="l"/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Backgroud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924568" y="4125370"/>
            <a:ext cx="1052195" cy="70675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Product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  <a:p>
            <a:pPr algn="l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Demo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857258" y="5349015"/>
            <a:ext cx="1255395" cy="70675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Technical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  <a:p>
            <a:pPr algn="l"/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Highlights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</p:txBody>
      </p:sp>
      <p:pic>
        <p:nvPicPr>
          <p:cNvPr id="4" name="图片 3" descr="NTU_Logo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438785"/>
            <a:ext cx="1769110" cy="635000"/>
          </a:xfrm>
          <a:prstGeom prst="rect">
            <a:avLst/>
          </a:prstGeom>
        </p:spPr>
      </p:pic>
      <p:sp>
        <p:nvSpPr>
          <p:cNvPr id="2" name="椭圆 1"/>
          <p:cNvSpPr/>
          <p:nvPr>
            <p:custDataLst>
              <p:tags r:id="rId12"/>
            </p:custDataLst>
          </p:nvPr>
        </p:nvSpPr>
        <p:spPr>
          <a:xfrm>
            <a:off x="541655" y="4365625"/>
            <a:ext cx="200025" cy="219075"/>
          </a:xfrm>
          <a:prstGeom prst="ellipse">
            <a:avLst/>
          </a:prstGeom>
          <a:solidFill>
            <a:srgbClr val="161958"/>
          </a:solidFill>
          <a:ln>
            <a:noFill/>
          </a:ln>
          <a:effectLst>
            <a:outerShdw blurRad="50800" dist="38100" dir="2700000" algn="tl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椭圆 6"/>
          <p:cNvSpPr/>
          <p:nvPr>
            <p:custDataLst>
              <p:tags r:id="rId13"/>
            </p:custDataLst>
          </p:nvPr>
        </p:nvSpPr>
        <p:spPr>
          <a:xfrm>
            <a:off x="530225" y="3220085"/>
            <a:ext cx="211455" cy="219075"/>
          </a:xfrm>
          <a:prstGeom prst="ellipse">
            <a:avLst/>
          </a:prstGeom>
          <a:solidFill>
            <a:srgbClr val="161958"/>
          </a:solidFill>
          <a:ln>
            <a:noFill/>
          </a:ln>
          <a:effectLst>
            <a:outerShdw blurRad="50800" dist="38100" dir="2700000" algn="tl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37405" y="1236980"/>
            <a:ext cx="4801235" cy="319087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321810" y="4720590"/>
            <a:ext cx="5433060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40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Lets see how it works</a:t>
            </a:r>
            <a:endParaRPr lang="en-US" altLang="zh-CN" sz="40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: 形状 5"/>
          <p:cNvSpPr/>
          <p:nvPr>
            <p:custDataLst>
              <p:tags r:id="rId1"/>
            </p:custDataLst>
          </p:nvPr>
        </p:nvSpPr>
        <p:spPr>
          <a:xfrm>
            <a:off x="0" y="0"/>
            <a:ext cx="2280285" cy="6858000"/>
          </a:xfrm>
          <a:custGeom>
            <a:avLst/>
            <a:gdLst>
              <a:gd name="connsiteX0" fmla="*/ 0 w 3140064"/>
              <a:gd name="connsiteY0" fmla="*/ 0 h 6858000"/>
              <a:gd name="connsiteX1" fmla="*/ 3140064 w 3140064"/>
              <a:gd name="connsiteY1" fmla="*/ 0 h 6858000"/>
              <a:gd name="connsiteX2" fmla="*/ 3140064 w 3140064"/>
              <a:gd name="connsiteY2" fmla="*/ 6858000 h 6858000"/>
              <a:gd name="connsiteX3" fmla="*/ 0 w 314006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0064" h="6858000">
                <a:moveTo>
                  <a:pt x="0" y="0"/>
                </a:moveTo>
                <a:lnTo>
                  <a:pt x="3140064" y="0"/>
                </a:lnTo>
                <a:lnTo>
                  <a:pt x="314006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619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矩形: 圆角 10"/>
          <p:cNvSpPr/>
          <p:nvPr>
            <p:custDataLst>
              <p:tags r:id="rId2"/>
            </p:custDataLst>
          </p:nvPr>
        </p:nvSpPr>
        <p:spPr>
          <a:xfrm>
            <a:off x="361950" y="5253990"/>
            <a:ext cx="2097405" cy="897255"/>
          </a:xfrm>
          <a:prstGeom prst="roundRect">
            <a:avLst>
              <a:gd name="adj" fmla="val 1721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0" name="椭圆 29"/>
          <p:cNvSpPr/>
          <p:nvPr>
            <p:custDataLst>
              <p:tags r:id="rId3"/>
            </p:custDataLst>
          </p:nvPr>
        </p:nvSpPr>
        <p:spPr>
          <a:xfrm>
            <a:off x="530014" y="2095179"/>
            <a:ext cx="211666" cy="211666"/>
          </a:xfrm>
          <a:prstGeom prst="ellipse">
            <a:avLst/>
          </a:prstGeom>
          <a:solidFill>
            <a:srgbClr val="161958"/>
          </a:solidFill>
          <a:ln>
            <a:noFill/>
          </a:ln>
          <a:effectLst>
            <a:outerShdw blurRad="50800" dist="38100" dir="2700000" algn="tl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1" name="椭圆 30"/>
          <p:cNvSpPr/>
          <p:nvPr>
            <p:custDataLst>
              <p:tags r:id="rId4"/>
            </p:custDataLst>
          </p:nvPr>
        </p:nvSpPr>
        <p:spPr>
          <a:xfrm>
            <a:off x="530014" y="3230033"/>
            <a:ext cx="211666" cy="211666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>
            <a:outerShdw blurRad="190500" dist="88900" dir="5400000" sx="90000" sy="90000" algn="t" rotWithShape="0">
              <a:srgbClr val="0C65EB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32" name="椭圆 31"/>
          <p:cNvSpPr/>
          <p:nvPr>
            <p:custDataLst>
              <p:tags r:id="rId5"/>
            </p:custDataLst>
          </p:nvPr>
        </p:nvSpPr>
        <p:spPr>
          <a:xfrm>
            <a:off x="530014" y="4373033"/>
            <a:ext cx="211666" cy="211666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>
            <a:outerShdw blurRad="190500" dist="88900" dir="5400000" sx="90000" sy="90000" algn="t" rotWithShape="0">
              <a:srgbClr val="0C65EB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33" name="椭圆 32"/>
          <p:cNvSpPr/>
          <p:nvPr>
            <p:custDataLst>
              <p:tags r:id="rId6"/>
            </p:custDataLst>
          </p:nvPr>
        </p:nvSpPr>
        <p:spPr>
          <a:xfrm>
            <a:off x="530014" y="5516033"/>
            <a:ext cx="211666" cy="211666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>
            <a:outerShdw blurRad="190500" dist="88900" dir="5400000" sx="90000" sy="90000" algn="t" rotWithShape="0">
              <a:srgbClr val="0C65EB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7"/>
            </p:custDataLst>
          </p:nvPr>
        </p:nvSpPr>
        <p:spPr>
          <a:xfrm>
            <a:off x="855988" y="2016535"/>
            <a:ext cx="1290320" cy="39878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Our Group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856623" y="2981735"/>
            <a:ext cx="1297940" cy="70675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Product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  <a:p>
            <a:pPr algn="l"/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Backgroud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857258" y="4052980"/>
            <a:ext cx="972820" cy="70675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Product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  <a:p>
            <a:pPr algn="l"/>
            <a:r>
              <a:rPr lang="en-US" altLang="zh-CN" sz="2000" dirty="0">
                <a:solidFill>
                  <a:schemeClr val="bg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Demo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857258" y="5349015"/>
            <a:ext cx="1311275" cy="70675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Technical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  <a:p>
            <a:pPr algn="l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ea typeface="OPPOSans M" panose="00020600040101010101" charset="-122"/>
                <a:cs typeface="Times New Roman" panose="02020603050405020304" charset="0"/>
              </a:rPr>
              <a:t>Highlights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charset="0"/>
              <a:ea typeface="OPPOSans M" panose="00020600040101010101" charset="-122"/>
              <a:cs typeface="Times New Roman" panose="02020603050405020304" charset="0"/>
            </a:endParaRPr>
          </a:p>
        </p:txBody>
      </p:sp>
      <p:pic>
        <p:nvPicPr>
          <p:cNvPr id="4" name="图片 3" descr="NTU_Logo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438785"/>
            <a:ext cx="1769110" cy="635000"/>
          </a:xfrm>
          <a:prstGeom prst="rect">
            <a:avLst/>
          </a:prstGeom>
        </p:spPr>
      </p:pic>
      <p:sp>
        <p:nvSpPr>
          <p:cNvPr id="2" name="椭圆 1"/>
          <p:cNvSpPr/>
          <p:nvPr>
            <p:custDataLst>
              <p:tags r:id="rId12"/>
            </p:custDataLst>
          </p:nvPr>
        </p:nvSpPr>
        <p:spPr>
          <a:xfrm>
            <a:off x="530014" y="3230559"/>
            <a:ext cx="211666" cy="211666"/>
          </a:xfrm>
          <a:prstGeom prst="ellipse">
            <a:avLst/>
          </a:prstGeom>
          <a:solidFill>
            <a:srgbClr val="161958"/>
          </a:solidFill>
          <a:ln>
            <a:noFill/>
          </a:ln>
          <a:effectLst>
            <a:outerShdw blurRad="50800" dist="38100" dir="2700000" algn="tl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椭圆 6"/>
          <p:cNvSpPr/>
          <p:nvPr>
            <p:custDataLst>
              <p:tags r:id="rId13"/>
            </p:custDataLst>
          </p:nvPr>
        </p:nvSpPr>
        <p:spPr>
          <a:xfrm>
            <a:off x="530014" y="4374194"/>
            <a:ext cx="211666" cy="211666"/>
          </a:xfrm>
          <a:prstGeom prst="ellipse">
            <a:avLst/>
          </a:prstGeom>
          <a:solidFill>
            <a:srgbClr val="161958"/>
          </a:solidFill>
          <a:ln>
            <a:noFill/>
          </a:ln>
          <a:effectLst>
            <a:outerShdw blurRad="50800" dist="38100" dir="2700000" algn="tl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椭圆 7"/>
          <p:cNvSpPr/>
          <p:nvPr>
            <p:custDataLst>
              <p:tags r:id="rId14"/>
            </p:custDataLst>
          </p:nvPr>
        </p:nvSpPr>
        <p:spPr>
          <a:xfrm>
            <a:off x="530014" y="5599109"/>
            <a:ext cx="211666" cy="211666"/>
          </a:xfrm>
          <a:prstGeom prst="ellipse">
            <a:avLst/>
          </a:prstGeom>
          <a:solidFill>
            <a:srgbClr val="161958"/>
          </a:solidFill>
          <a:ln>
            <a:noFill/>
          </a:ln>
          <a:effectLst>
            <a:outerShdw blurRad="50800" dist="38100" dir="2700000" algn="tl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948305" y="6280150"/>
            <a:ext cx="278447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chemeClr val="bg2">
                    <a:lumMod val="75000"/>
                  </a:schemeClr>
                </a:solidFill>
              </a:rPr>
              <a:t>UML Component Diagram</a:t>
            </a:r>
            <a:endParaRPr lang="en-US" altLang="zh-CN" sz="16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926455" y="1309370"/>
            <a:ext cx="6123940" cy="279971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Node.js</a:t>
            </a:r>
            <a:r>
              <a:rPr lang="en-US" altLang="zh-CN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 sz="1600"/>
              <a:t>：</a:t>
            </a:r>
            <a:r>
              <a:rPr lang="en-US" altLang="zh-CN" sz="1600"/>
              <a:t> Express to handle backend services.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Sogni AI SDK</a:t>
            </a:r>
            <a:r>
              <a:rPr lang="zh-CN" altLang="en-US" sz="1600"/>
              <a:t>：</a:t>
            </a:r>
            <a:r>
              <a:rPr lang="en-US" altLang="zh-CN" sz="1600"/>
              <a:t>Power decentralized art generation.</a:t>
            </a:r>
            <a:endParaRPr lang="en-US" altLang="zh-CN" sz="1600"/>
          </a:p>
          <a:p>
            <a:endParaRPr lang="en-US" altLang="zh-CN" sz="16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zh-CN" sz="1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Prompt Optimization</a:t>
            </a:r>
            <a:r>
              <a:rPr lang="zh-CN" altLang="en-US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</a:t>
            </a:r>
            <a:r>
              <a:rPr lang="en-US" altLang="zh-CN" sz="1600"/>
              <a:t> ensure better results and avoids text-quality issues.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Redis</a:t>
            </a:r>
            <a:r>
              <a:rPr lang="zh-CN" altLang="en-US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</a:t>
            </a:r>
            <a:r>
              <a:rPr lang="en-US" altLang="zh-CN" sz="1600"/>
              <a:t> Helps with caching and session management.</a:t>
            </a:r>
            <a:endParaRPr lang="en-US" altLang="zh-CN" sz="1600"/>
          </a:p>
          <a:p>
            <a:endParaRPr lang="en-US" altLang="zh-CN" sz="16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zh-CN" sz="1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Storage System</a:t>
            </a:r>
            <a:r>
              <a:rPr lang="en-US" altLang="zh-CN" sz="1600"/>
              <a:t> : Organize posters with metadata and access control.</a:t>
            </a:r>
            <a:endParaRPr lang="en-US" altLang="zh-CN" sz="16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73730" y="633095"/>
            <a:ext cx="2199640" cy="5518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 descr="3e4fa3cc12a7e2d2606a6fc60c75d8f171d27d351f110-Rag4xk_fw1200"/>
          <p:cNvPicPr>
            <a:picLocks noChangeAspect="1"/>
          </p:cNvPicPr>
          <p:nvPr/>
        </p:nvPicPr>
        <p:blipFill>
          <a:blip r:embed="rId1"/>
          <a:srcRect l="16879" t="-9" r="12079" b="9"/>
          <a:stretch>
            <a:fillRect/>
          </a:stretch>
        </p:blipFill>
        <p:spPr>
          <a:xfrm>
            <a:off x="6675755" y="-635"/>
            <a:ext cx="5516245" cy="6858635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635"/>
            <a:ext cx="12192000" cy="6857365"/>
          </a:xfrm>
          <a:prstGeom prst="rect">
            <a:avLst/>
          </a:prstGeom>
          <a:gradFill flip="none" rotWithShape="1">
            <a:gsLst>
              <a:gs pos="60000">
                <a:srgbClr val="161958"/>
              </a:gs>
              <a:gs pos="100000">
                <a:srgbClr val="161958">
                  <a:alpha val="59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0" y="4063365"/>
            <a:ext cx="10387330" cy="1028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390140" y="1670685"/>
            <a:ext cx="7512050" cy="162433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5400" b="1">
                <a:solidFill>
                  <a:schemeClr val="bg1"/>
                </a:solidFill>
                <a:cs typeface="+mj-lt"/>
              </a:rPr>
              <a:t>THANKS FOR WATCHING</a:t>
            </a:r>
            <a:endParaRPr lang="en-US" altLang="zh-CN" sz="5400" b="1">
              <a:solidFill>
                <a:schemeClr val="bg1"/>
              </a:solidFill>
              <a:cs typeface="+mj-lt"/>
            </a:endParaRPr>
          </a:p>
        </p:txBody>
      </p:sp>
      <p:sp>
        <p:nvSpPr>
          <p:cNvPr id="28" name="副标题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689860" y="5204460"/>
            <a:ext cx="7362190" cy="53086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Presenter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: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Song PuChuan 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        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Ieader:Shen YuShu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          </a:t>
            </a:r>
            <a:endParaRPr lang="en-US" altLang="zh-CN" sz="20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8" name="图片 7" descr="NTU_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1330" y="4243070"/>
            <a:ext cx="1950720" cy="70040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7"/>
  <p:tag name="KSO_WM_UNIT_FILL_FORE_SCHEMECOLOR_INDEX_1_POS" val="0.67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</p:tagLst>
</file>

<file path=ppt/tags/tag67.xml><?xml version="1.0" encoding="utf-8"?>
<p:tagLst xmlns:p="http://schemas.openxmlformats.org/presentationml/2006/main">
  <p:tag name="KSO_WM_DIAGRAM_VIRTUALLY_FRAME" val="{&quot;height&quot;:340.6666929133859,&quot;left&quot;:43.9,&quot;top&quot;:137.33330708661418,&quot;width&quot;:856.1000787401575}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8.xml><?xml version="1.0" encoding="utf-8"?>
<p:tagLst xmlns:p="http://schemas.openxmlformats.org/presentationml/2006/main">
  <p:tag name="KSO_WM_DIAGRAM_VIRTUALLY_FRAME" val="{&quot;height&quot;:340.6666929133859,&quot;left&quot;:43.9,&quot;top&quot;:137.33330708661418,&quot;width&quot;:856.1000787401575}"/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7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72"/>
  <p:tag name="KSO_WM_UNIT_FILL_FORE_SCHEMECOLOR_INDEX_2_TRANS" val="0"/>
  <p:tag name="KSO_WM_UNIT_FILL_GRADIENT_TYPE" val="0"/>
  <p:tag name="KSO_WM_UNIT_FILL_GRADIENT_ANGLE" val="225"/>
  <p:tag name="KSO_WM_UNIT_FILL_GRADIENT_Direction" val="7"/>
  <p:tag name="KSO_WM_UNIT_FILL_TYPE" val="3"/>
  <p:tag name="KSO_WM_UNIT_SHADOW_SCHEMECOLOR_INDEX_BRIGHTNESS" val="0.4"/>
  <p:tag name="KSO_WM_UNIT_SHADOW_SCHEMECOLOR_INDEX" val="8"/>
</p:tagLst>
</file>

<file path=ppt/tags/tag69.xml><?xml version="1.0" encoding="utf-8"?>
<p:tagLst xmlns:p="http://schemas.openxmlformats.org/presentationml/2006/main">
  <p:tag name="KSO_WM_DIAGRAM_VIRTUALLY_FRAME" val="{&quot;height&quot;:340.6666929133859,&quot;left&quot;:43.9,&quot;top&quot;:137.33330708661418,&quot;width&quot;:856.1000787401575}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0.xml><?xml version="1.0" encoding="utf-8"?>
<p:tagLst xmlns:p="http://schemas.openxmlformats.org/presentationml/2006/main">
  <p:tag name="KSO_WM_DIAGRAM_VIRTUALLY_FRAME" val="{&quot;height&quot;:340.6666929133859,&quot;left&quot;:43.9,&quot;top&quot;:137.33330708661418,&quot;width&quot;:856.1000787401575}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1.xml><?xml version="1.0" encoding="utf-8"?>
<p:tagLst xmlns:p="http://schemas.openxmlformats.org/presentationml/2006/main">
  <p:tag name="KSO_WM_DIAGRAM_VIRTUALLY_FRAME" val="{&quot;height&quot;:340.6666929133859,&quot;left&quot;:43.9,&quot;top&quot;:137.33330708661418,&quot;width&quot;:856.1000787401575}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2.xml><?xml version="1.0" encoding="utf-8"?>
<p:tagLst xmlns:p="http://schemas.openxmlformats.org/presentationml/2006/main">
  <p:tag name="KSO_WM_DIAGRAM_VIRTUALLY_FRAME" val="{&quot;height&quot;:340.6666929133858,&quot;left&quot;:94.45062992125983,&quot;top&quot;:137.33330708661418,&quot;width&quot;:805.5494488188976}"/>
</p:tagLst>
</file>

<file path=ppt/tags/tag73.xml><?xml version="1.0" encoding="utf-8"?>
<p:tagLst xmlns:p="http://schemas.openxmlformats.org/presentationml/2006/main">
  <p:tag name="KSO_WM_DIAGRAM_VIRTUALLY_FRAME" val="{&quot;height&quot;:340.6666929133858,&quot;left&quot;:94.45062992125983,&quot;top&quot;:137.33330708661418,&quot;width&quot;:805.5494488188976}"/>
  <p:tag name="KSO_WM_UNIT_TEXT_FILL_FORE_SCHEMECOLOR_INDEX_BRIGHTNESS" val="0"/>
  <p:tag name="KSO_WM_UNIT_TEXT_FILL_FORE_SCHEMECOLOR_INDEX" val="14"/>
  <p:tag name="KSO_WM_UNIT_TEXT_FILL_TYPE" val="1"/>
</p:tagLst>
</file>

<file path=ppt/tags/tag74.xml><?xml version="1.0" encoding="utf-8"?>
<p:tagLst xmlns:p="http://schemas.openxmlformats.org/presentationml/2006/main">
  <p:tag name="KSO_WM_DIAGRAM_VIRTUALLY_FRAME" val="{&quot;height&quot;:340.6666929133858,&quot;left&quot;:94.45062992125983,&quot;top&quot;:137.33330708661418,&quot;width&quot;:805.5494488188976}"/>
  <p:tag name="KSO_WM_UNIT_TEXT_FILL_FORE_SCHEMECOLOR_INDEX_BRIGHTNESS" val="0"/>
  <p:tag name="KSO_WM_UNIT_TEXT_FILL_FORE_SCHEMECOLOR_INDEX" val="14"/>
  <p:tag name="KSO_WM_UNIT_TEXT_FILL_TYPE" val="1"/>
</p:tagLst>
</file>

<file path=ppt/tags/tag75.xml><?xml version="1.0" encoding="utf-8"?>
<p:tagLst xmlns:p="http://schemas.openxmlformats.org/presentationml/2006/main">
  <p:tag name="KSO_WM_DIAGRAM_VIRTUALLY_FRAME" val="{&quot;height&quot;:340.6666929133858,&quot;left&quot;:94.45062992125983,&quot;top&quot;:137.33330708661418,&quot;width&quot;:805.5494488188976}"/>
  <p:tag name="KSO_WM_UNIT_TEXT_FILL_FORE_SCHEMECOLOR_INDEX_BRIGHTNESS" val="0"/>
  <p:tag name="KSO_WM_UNIT_TEXT_FILL_FORE_SCHEMECOLOR_INDEX" val="14"/>
  <p:tag name="KSO_WM_UNIT_TEXT_FILL_TYPE" val="1"/>
</p:tagLst>
</file>

<file path=ppt/tags/tag7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7"/>
  <p:tag name="KSO_WM_UNIT_FILL_FORE_SCHEMECOLOR_INDEX_1_POS" val="0.67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</p:tagLst>
</file>

<file path=ppt/tags/tag77.xml><?xml version="1.0" encoding="utf-8"?>
<p:tagLst xmlns:p="http://schemas.openxmlformats.org/presentationml/2006/main">
  <p:tag name="KSO_WM_DIAGRAM_VIRTUALLY_FRAME" val="{&quot;height&quot;:340.6666929133858,&quot;left&quot;:30.55,&quot;top&quot;:137.33330708661418,&quot;width&quot;:869.4500787401576}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8.xml><?xml version="1.0" encoding="utf-8"?>
<p:tagLst xmlns:p="http://schemas.openxmlformats.org/presentationml/2006/main">
  <p:tag name="KSO_WM_DIAGRAM_VIRTUALLY_FRAME" val="{&quot;height&quot;:340.6666929133858,&quot;left&quot;:30.55,&quot;top&quot;:137.33330708661418,&quot;width&quot;:869.4500787401576}"/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7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72"/>
  <p:tag name="KSO_WM_UNIT_FILL_FORE_SCHEMECOLOR_INDEX_2_TRANS" val="0"/>
  <p:tag name="KSO_WM_UNIT_FILL_GRADIENT_TYPE" val="0"/>
  <p:tag name="KSO_WM_UNIT_FILL_GRADIENT_ANGLE" val="225"/>
  <p:tag name="KSO_WM_UNIT_FILL_GRADIENT_Direction" val="7"/>
  <p:tag name="KSO_WM_UNIT_FILL_TYPE" val="3"/>
  <p:tag name="KSO_WM_UNIT_SHADOW_SCHEMECOLOR_INDEX_BRIGHTNESS" val="0.4"/>
  <p:tag name="KSO_WM_UNIT_SHADOW_SCHEMECOLOR_INDEX" val="8"/>
</p:tagLst>
</file>

<file path=ppt/tags/tag79.xml><?xml version="1.0" encoding="utf-8"?>
<p:tagLst xmlns:p="http://schemas.openxmlformats.org/presentationml/2006/main">
  <p:tag name="KSO_WM_DIAGRAM_VIRTUALLY_FRAME" val="{&quot;height&quot;:340.6666929133858,&quot;left&quot;:30.55,&quot;top&quot;:137.33330708661418,&quot;width&quot;:869.4500787401576}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0.xml><?xml version="1.0" encoding="utf-8"?>
<p:tagLst xmlns:p="http://schemas.openxmlformats.org/presentationml/2006/main">
  <p:tag name="KSO_WM_DIAGRAM_VIRTUALLY_FRAME" val="{&quot;height&quot;:340.6666929133858,&quot;left&quot;:30.55,&quot;top&quot;:137.33330708661418,&quot;width&quot;:869.4500787401576}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1.xml><?xml version="1.0" encoding="utf-8"?>
<p:tagLst xmlns:p="http://schemas.openxmlformats.org/presentationml/2006/main">
  <p:tag name="KSO_WM_DIAGRAM_VIRTUALLY_FRAME" val="{&quot;height&quot;:340.6666929133859,&quot;left&quot;:43.9,&quot;top&quot;:137.33330708661418,&quot;width&quot;:856.1000787401575}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2.xml><?xml version="1.0" encoding="utf-8"?>
<p:tagLst xmlns:p="http://schemas.openxmlformats.org/presentationml/2006/main">
  <p:tag name="KSO_WM_DIAGRAM_VIRTUALLY_FRAME" val="{&quot;height&quot;:340.6666929133858,&quot;left&quot;:30.55,&quot;top&quot;:137.33330708661418,&quot;width&quot;:869.4500787401576}"/>
</p:tagLst>
</file>

<file path=ppt/tags/tag83.xml><?xml version="1.0" encoding="utf-8"?>
<p:tagLst xmlns:p="http://schemas.openxmlformats.org/presentationml/2006/main">
  <p:tag name="KSO_WM_DIAGRAM_VIRTUALLY_FRAME" val="{&quot;height&quot;:340.6666929133858,&quot;left&quot;:30.55,&quot;top&quot;:137.33330708661418,&quot;width&quot;:869.4500787401576}"/>
  <p:tag name="KSO_WM_UNIT_TEXT_FILL_FORE_SCHEMECOLOR_INDEX_BRIGHTNESS" val="0"/>
  <p:tag name="KSO_WM_UNIT_TEXT_FILL_FORE_SCHEMECOLOR_INDEX" val="14"/>
  <p:tag name="KSO_WM_UNIT_TEXT_FILL_TYPE" val="1"/>
</p:tagLst>
</file>

<file path=ppt/tags/tag84.xml><?xml version="1.0" encoding="utf-8"?>
<p:tagLst xmlns:p="http://schemas.openxmlformats.org/presentationml/2006/main">
  <p:tag name="KSO_WM_DIAGRAM_VIRTUALLY_FRAME" val="{&quot;height&quot;:340.6666929133858,&quot;left&quot;:94.45062992125983,&quot;top&quot;:137.33330708661418,&quot;width&quot;:805.5494488188976}"/>
  <p:tag name="KSO_WM_UNIT_TEXT_FILL_FORE_SCHEMECOLOR_INDEX_BRIGHTNESS" val="0"/>
  <p:tag name="KSO_WM_UNIT_TEXT_FILL_FORE_SCHEMECOLOR_INDEX" val="14"/>
  <p:tag name="KSO_WM_UNIT_TEXT_FILL_TYPE" val="1"/>
</p:tagLst>
</file>

<file path=ppt/tags/tag85.xml><?xml version="1.0" encoding="utf-8"?>
<p:tagLst xmlns:p="http://schemas.openxmlformats.org/presentationml/2006/main">
  <p:tag name="KSO_WM_DIAGRAM_VIRTUALLY_FRAME" val="{&quot;height&quot;:340.6666929133858,&quot;left&quot;:30.55,&quot;top&quot;:137.33330708661418,&quot;width&quot;:869.4500787401576}"/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7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72"/>
  <p:tag name="KSO_WM_UNIT_FILL_FORE_SCHEMECOLOR_INDEX_2_TRANS" val="0"/>
  <p:tag name="KSO_WM_UNIT_FILL_GRADIENT_TYPE" val="0"/>
  <p:tag name="KSO_WM_UNIT_FILL_GRADIENT_ANGLE" val="225"/>
  <p:tag name="KSO_WM_UNIT_FILL_GRADIENT_Direction" val="7"/>
  <p:tag name="KSO_WM_UNIT_FILL_TYPE" val="3"/>
  <p:tag name="KSO_WM_UNIT_SHADOW_SCHEMECOLOR_INDEX_BRIGHTNESS" val="0.4"/>
  <p:tag name="KSO_WM_UNIT_SHADOW_SCHEMECOLOR_INDEX" val="8"/>
</p:tagLst>
</file>

<file path=ppt/tags/tag86.xml><?xml version="1.0" encoding="utf-8"?>
<p:tagLst xmlns:p="http://schemas.openxmlformats.org/presentationml/2006/main">
  <p:tag name="KSO_WM_DIAGRAM_VIRTUALLY_FRAME" val="{&quot;height&quot;:340.6666929133858,&quot;left&quot;:30.55,&quot;top&quot;:137.33330708661418,&quot;width&quot;:869.4500787401576}"/>
  <p:tag name="KSO_WM_UNIT_TEXT_FILL_FORE_SCHEMECOLOR_INDEX_BRIGHTNESS" val="0"/>
  <p:tag name="KSO_WM_UNIT_TEXT_FILL_FORE_SCHEMECOLOR_INDEX" val="14"/>
  <p:tag name="KSO_WM_UNIT_TEXT_FILL_TYPE" val="1"/>
</p:tagLst>
</file>

<file path=ppt/tags/tag8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7"/>
  <p:tag name="KSO_WM_UNIT_FILL_FORE_SCHEMECOLOR_INDEX_1_POS" val="0.67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</p:tagLst>
</file>

<file path=ppt/tags/tag88.xml><?xml version="1.0" encoding="utf-8"?>
<p:tagLst xmlns:p="http://schemas.openxmlformats.org/presentationml/2006/main">
  <p:tag name="KSO_WM_DIAGRAM_VIRTUALLY_FRAME" val="{&quot;height&quot;:340.6666929133858,&quot;left&quot;:30.55,&quot;top&quot;:137.33330708661418,&quot;width&quot;:869.4500787401576}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9.xml><?xml version="1.0" encoding="utf-8"?>
<p:tagLst xmlns:p="http://schemas.openxmlformats.org/presentationml/2006/main">
  <p:tag name="KSO_WM_DIAGRAM_VIRTUALLY_FRAME" val="{&quot;height&quot;:340.6666929133858,&quot;left&quot;:30.55,&quot;top&quot;:137.33330708661418,&quot;width&quot;:869.4500787401576}"/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7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72"/>
  <p:tag name="KSO_WM_UNIT_FILL_FORE_SCHEMECOLOR_INDEX_2_TRANS" val="0"/>
  <p:tag name="KSO_WM_UNIT_FILL_GRADIENT_TYPE" val="0"/>
  <p:tag name="KSO_WM_UNIT_FILL_GRADIENT_ANGLE" val="225"/>
  <p:tag name="KSO_WM_UNIT_FILL_GRADIENT_Direction" val="7"/>
  <p:tag name="KSO_WM_UNIT_FILL_TYPE" val="3"/>
  <p:tag name="KSO_WM_UNIT_SHADOW_SCHEMECOLOR_INDEX_BRIGHTNESS" val="0.4"/>
  <p:tag name="KSO_WM_UNIT_SHADOW_SCHEMECOLOR_INDEX" val="8"/>
</p:tagLst>
</file>

<file path=ppt/tags/tag90.xml><?xml version="1.0" encoding="utf-8"?>
<p:tagLst xmlns:p="http://schemas.openxmlformats.org/presentationml/2006/main">
  <p:tag name="KSO_WM_DIAGRAM_VIRTUALLY_FRAME" val="{&quot;height&quot;:340.6666929133858,&quot;left&quot;:30.55,&quot;top&quot;:137.33330708661418,&quot;width&quot;:869.4500787401576}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1.xml><?xml version="1.0" encoding="utf-8"?>
<p:tagLst xmlns:p="http://schemas.openxmlformats.org/presentationml/2006/main">
  <p:tag name="KSO_WM_DIAGRAM_VIRTUALLY_FRAME" val="{&quot;height&quot;:340.6666929133858,&quot;left&quot;:30.55,&quot;top&quot;:137.33330708661418,&quot;width&quot;:869.4500787401576}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2.xml><?xml version="1.0" encoding="utf-8"?>
<p:tagLst xmlns:p="http://schemas.openxmlformats.org/presentationml/2006/main">
  <p:tag name="KSO_WM_DIAGRAM_VIRTUALLY_FRAME" val="{&quot;height&quot;:340.6666929133859,&quot;left&quot;:43.9,&quot;top&quot;:137.33330708661418,&quot;width&quot;:856.1000787401575}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3.xml><?xml version="1.0" encoding="utf-8"?>
<p:tagLst xmlns:p="http://schemas.openxmlformats.org/presentationml/2006/main">
  <p:tag name="KSO_WM_DIAGRAM_VIRTUALLY_FRAME" val="{&quot;height&quot;:340.6666929133858,&quot;left&quot;:30.55,&quot;top&quot;:137.33330708661418,&quot;width&quot;:869.4500787401576}"/>
</p:tagLst>
</file>

<file path=ppt/tags/tag94.xml><?xml version="1.0" encoding="utf-8"?>
<p:tagLst xmlns:p="http://schemas.openxmlformats.org/presentationml/2006/main">
  <p:tag name="KSO_WM_DIAGRAM_VIRTUALLY_FRAME" val="{&quot;height&quot;:340.6666929133858,&quot;left&quot;:30.55,&quot;top&quot;:137.33330708661418,&quot;width&quot;:869.4500787401576}"/>
  <p:tag name="KSO_WM_UNIT_TEXT_FILL_FORE_SCHEMECOLOR_INDEX_BRIGHTNESS" val="0"/>
  <p:tag name="KSO_WM_UNIT_TEXT_FILL_FORE_SCHEMECOLOR_INDEX" val="14"/>
  <p:tag name="KSO_WM_UNIT_TEXT_FILL_TYPE" val="1"/>
</p:tagLst>
</file>

<file path=ppt/tags/tag95.xml><?xml version="1.0" encoding="utf-8"?>
<p:tagLst xmlns:p="http://schemas.openxmlformats.org/presentationml/2006/main">
  <p:tag name="KSO_WM_DIAGRAM_VIRTUALLY_FRAME" val="{&quot;height&quot;:340.6666929133858,&quot;left&quot;:94.45062992125983,&quot;top&quot;:137.33330708661418,&quot;width&quot;:805.5494488188976}"/>
  <p:tag name="KSO_WM_UNIT_TEXT_FILL_FORE_SCHEMECOLOR_INDEX_BRIGHTNESS" val="0"/>
  <p:tag name="KSO_WM_UNIT_TEXT_FILL_FORE_SCHEMECOLOR_INDEX" val="14"/>
  <p:tag name="KSO_WM_UNIT_TEXT_FILL_TYPE" val="1"/>
</p:tagLst>
</file>

<file path=ppt/tags/tag96.xml><?xml version="1.0" encoding="utf-8"?>
<p:tagLst xmlns:p="http://schemas.openxmlformats.org/presentationml/2006/main">
  <p:tag name="KSO_WM_DIAGRAM_VIRTUALLY_FRAME" val="{&quot;height&quot;:340.6666929133858,&quot;left&quot;:30.55,&quot;top&quot;:137.33330708661418,&quot;width&quot;:869.4500787401576}"/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7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72"/>
  <p:tag name="KSO_WM_UNIT_FILL_FORE_SCHEMECOLOR_INDEX_2_TRANS" val="0"/>
  <p:tag name="KSO_WM_UNIT_FILL_GRADIENT_TYPE" val="0"/>
  <p:tag name="KSO_WM_UNIT_FILL_GRADIENT_ANGLE" val="225"/>
  <p:tag name="KSO_WM_UNIT_FILL_GRADIENT_Direction" val="7"/>
  <p:tag name="KSO_WM_UNIT_FILL_TYPE" val="3"/>
  <p:tag name="KSO_WM_UNIT_SHADOW_SCHEMECOLOR_INDEX_BRIGHTNESS" val="0.4"/>
  <p:tag name="KSO_WM_UNIT_SHADOW_SCHEMECOLOR_INDEX" val="8"/>
</p:tagLst>
</file>

<file path=ppt/tags/tag97.xml><?xml version="1.0" encoding="utf-8"?>
<p:tagLst xmlns:p="http://schemas.openxmlformats.org/presentationml/2006/main">
  <p:tag name="KSO_WM_DIAGRAM_VIRTUALLY_FRAME" val="{&quot;height&quot;:340.6666929133858,&quot;left&quot;:30.55,&quot;top&quot;:137.33330708661418,&quot;width&quot;:869.4500787401576}"/>
  <p:tag name="KSO_WM_UNIT_TEXT_FILL_FORE_SCHEMECOLOR_INDEX_BRIGHTNESS" val="0"/>
  <p:tag name="KSO_WM_UNIT_TEXT_FILL_FORE_SCHEMECOLOR_INDEX" val="14"/>
  <p:tag name="KSO_WM_UNIT_TEXT_FILL_TYPE" val="1"/>
</p:tagLst>
</file>

<file path=ppt/tags/tag9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7"/>
  <p:tag name="KSO_WM_UNIT_FILL_FORE_SCHEMECOLOR_INDEX_1_POS" val="0.67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</p:tagLst>
</file>

<file path=ppt/tags/tag99.xml><?xml version="1.0" encoding="utf-8"?>
<p:tagLst xmlns:p="http://schemas.openxmlformats.org/presentationml/2006/main">
  <p:tag name="KSO_WM_DIAGRAM_VIRTUALLY_FRAME" val="{&quot;height&quot;:340.6666929133859,&quot;left&quot;:43.9,&quot;top&quot;:137.33330708661418,&quot;width&quot;:856.1000787401575}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0.xml><?xml version="1.0" encoding="utf-8"?>
<p:tagLst xmlns:p="http://schemas.openxmlformats.org/presentationml/2006/main">
  <p:tag name="KSO_WM_DIAGRAM_VIRTUALLY_FRAME" val="{&quot;height&quot;:340.6666929133859,&quot;left&quot;:43.9,&quot;top&quot;:137.33330708661418,&quot;width&quot;:856.1000787401575}"/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7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72"/>
  <p:tag name="KSO_WM_UNIT_FILL_FORE_SCHEMECOLOR_INDEX_2_TRANS" val="0"/>
  <p:tag name="KSO_WM_UNIT_FILL_GRADIENT_TYPE" val="0"/>
  <p:tag name="KSO_WM_UNIT_FILL_GRADIENT_ANGLE" val="225"/>
  <p:tag name="KSO_WM_UNIT_FILL_GRADIENT_Direction" val="7"/>
  <p:tag name="KSO_WM_UNIT_FILL_TYPE" val="3"/>
  <p:tag name="KSO_WM_UNIT_SHADOW_SCHEMECOLOR_INDEX_BRIGHTNESS" val="0.4"/>
  <p:tag name="KSO_WM_UNIT_SHADOW_SCHEMECOLOR_INDEX" val="8"/>
</p:tagLst>
</file>

<file path=ppt/tags/tag101.xml><?xml version="1.0" encoding="utf-8"?>
<p:tagLst xmlns:p="http://schemas.openxmlformats.org/presentationml/2006/main">
  <p:tag name="KSO_WM_DIAGRAM_VIRTUALLY_FRAME" val="{&quot;height&quot;:340.6666929133859,&quot;left&quot;:43.9,&quot;top&quot;:137.33330708661418,&quot;width&quot;:856.1000787401575}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2.xml><?xml version="1.0" encoding="utf-8"?>
<p:tagLst xmlns:p="http://schemas.openxmlformats.org/presentationml/2006/main">
  <p:tag name="KSO_WM_DIAGRAM_VIRTUALLY_FRAME" val="{&quot;height&quot;:340.6666929133859,&quot;left&quot;:43.9,&quot;top&quot;:137.33330708661418,&quot;width&quot;:856.1000787401575}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3.xml><?xml version="1.0" encoding="utf-8"?>
<p:tagLst xmlns:p="http://schemas.openxmlformats.org/presentationml/2006/main">
  <p:tag name="KSO_WM_DIAGRAM_VIRTUALLY_FRAME" val="{&quot;height&quot;:340.6666929133859,&quot;left&quot;:43.9,&quot;top&quot;:137.33330708661418,&quot;width&quot;:856.1000787401575}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4.xml><?xml version="1.0" encoding="utf-8"?>
<p:tagLst xmlns:p="http://schemas.openxmlformats.org/presentationml/2006/main">
  <p:tag name="KSO_WM_DIAGRAM_VIRTUALLY_FRAME" val="{&quot;height&quot;:340.6666929133858,&quot;left&quot;:94.45062992125983,&quot;top&quot;:137.33330708661418,&quot;width&quot;:805.5494488188976}"/>
</p:tagLst>
</file>

<file path=ppt/tags/tag105.xml><?xml version="1.0" encoding="utf-8"?>
<p:tagLst xmlns:p="http://schemas.openxmlformats.org/presentationml/2006/main">
  <p:tag name="KSO_WM_DIAGRAM_VIRTUALLY_FRAME" val="{&quot;height&quot;:340.6666929133858,&quot;left&quot;:94.45062992125983,&quot;top&quot;:137.33330708661418,&quot;width&quot;:805.5494488188976}"/>
  <p:tag name="KSO_WM_UNIT_TEXT_FILL_FORE_SCHEMECOLOR_INDEX_BRIGHTNESS" val="0"/>
  <p:tag name="KSO_WM_UNIT_TEXT_FILL_FORE_SCHEMECOLOR_INDEX" val="14"/>
  <p:tag name="KSO_WM_UNIT_TEXT_FILL_TYPE" val="1"/>
</p:tagLst>
</file>

<file path=ppt/tags/tag106.xml><?xml version="1.0" encoding="utf-8"?>
<p:tagLst xmlns:p="http://schemas.openxmlformats.org/presentationml/2006/main">
  <p:tag name="KSO_WM_DIAGRAM_VIRTUALLY_FRAME" val="{&quot;height&quot;:340.6666929133858,&quot;left&quot;:94.45062992125983,&quot;top&quot;:137.33330708661418,&quot;width&quot;:805.5494488188976}"/>
  <p:tag name="KSO_WM_UNIT_TEXT_FILL_FORE_SCHEMECOLOR_INDEX_BRIGHTNESS" val="0"/>
  <p:tag name="KSO_WM_UNIT_TEXT_FILL_FORE_SCHEMECOLOR_INDEX" val="14"/>
  <p:tag name="KSO_WM_UNIT_TEXT_FILL_TYPE" val="1"/>
</p:tagLst>
</file>

<file path=ppt/tags/tag107.xml><?xml version="1.0" encoding="utf-8"?>
<p:tagLst xmlns:p="http://schemas.openxmlformats.org/presentationml/2006/main">
  <p:tag name="KSO_WM_DIAGRAM_VIRTUALLY_FRAME" val="{&quot;height&quot;:340.6666929133858,&quot;left&quot;:94.45062992125983,&quot;top&quot;:137.33330708661418,&quot;width&quot;:805.5494488188976}"/>
  <p:tag name="KSO_WM_UNIT_TEXT_FILL_FORE_SCHEMECOLOR_INDEX_BRIGHTNESS" val="0"/>
  <p:tag name="KSO_WM_UNIT_TEXT_FILL_FORE_SCHEMECOLOR_INDEX" val="14"/>
  <p:tag name="KSO_WM_UNIT_TEXT_FILL_TYPE" val="1"/>
</p:tagLst>
</file>

<file path=ppt/tags/tag108.xml><?xml version="1.0" encoding="utf-8"?>
<p:tagLst xmlns:p="http://schemas.openxmlformats.org/presentationml/2006/main">
  <p:tag name="KSO_WM_DIAGRAM_VIRTUALLY_FRAME" val="{&quot;height&quot;:340.6666929133859,&quot;left&quot;:43.9,&quot;top&quot;:137.33330708661418,&quot;width&quot;:856.1000787401575}"/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7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72"/>
  <p:tag name="KSO_WM_UNIT_FILL_FORE_SCHEMECOLOR_INDEX_2_TRANS" val="0"/>
  <p:tag name="KSO_WM_UNIT_FILL_GRADIENT_TYPE" val="0"/>
  <p:tag name="KSO_WM_UNIT_FILL_GRADIENT_ANGLE" val="225"/>
  <p:tag name="KSO_WM_UNIT_FILL_GRADIENT_Direction" val="7"/>
  <p:tag name="KSO_WM_UNIT_FILL_TYPE" val="3"/>
  <p:tag name="KSO_WM_UNIT_SHADOW_SCHEMECOLOR_INDEX_BRIGHTNESS" val="0.4"/>
  <p:tag name="KSO_WM_UNIT_SHADOW_SCHEMECOLOR_INDEX" val="8"/>
</p:tagLst>
</file>

<file path=ppt/tags/tag109.xml><?xml version="1.0" encoding="utf-8"?>
<p:tagLst xmlns:p="http://schemas.openxmlformats.org/presentationml/2006/main">
  <p:tag name="KSO_WM_DIAGRAM_VIRTUALLY_FRAME" val="{&quot;height&quot;:340.6666929133859,&quot;left&quot;:43.9,&quot;top&quot;:137.33330708661418,&quot;width&quot;:856.1000787401575}"/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7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72"/>
  <p:tag name="KSO_WM_UNIT_FILL_FORE_SCHEMECOLOR_INDEX_2_TRANS" val="0"/>
  <p:tag name="KSO_WM_UNIT_FILL_GRADIENT_TYPE" val="0"/>
  <p:tag name="KSO_WM_UNIT_FILL_GRADIENT_ANGLE" val="225"/>
  <p:tag name="KSO_WM_UNIT_FILL_GRADIENT_Direction" val="7"/>
  <p:tag name="KSO_WM_UNIT_FILL_TYPE" val="3"/>
  <p:tag name="KSO_WM_UNIT_SHADOW_SCHEMECOLOR_INDEX_BRIGHTNESS" val="0.4"/>
  <p:tag name="KSO_WM_UNIT_SHADOW_SCHEMECOLOR_INDEX" val="8"/>
</p:tagLst>
</file>

<file path=ppt/tags/tag11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7"/>
  <p:tag name="KSO_WM_UNIT_FILL_FORE_SCHEMECOLOR_INDEX_1_POS" val="0.67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</p:tagLst>
</file>

<file path=ppt/tags/tag111.xml><?xml version="1.0" encoding="utf-8"?>
<p:tagLst xmlns:p="http://schemas.openxmlformats.org/presentationml/2006/main">
  <p:tag name="KSO_WM_DIAGRAM_VIRTUALLY_FRAME" val="{&quot;height&quot;:340.6666929133859,&quot;left&quot;:43.9,&quot;top&quot;:137.33330708661418,&quot;width&quot;:856.1000787401575}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2.xml><?xml version="1.0" encoding="utf-8"?>
<p:tagLst xmlns:p="http://schemas.openxmlformats.org/presentationml/2006/main">
  <p:tag name="KSO_WM_DIAGRAM_VIRTUALLY_FRAME" val="{&quot;height&quot;:340.6666929133859,&quot;left&quot;:43.9,&quot;top&quot;:137.33330708661418,&quot;width&quot;:856.1000787401575}"/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7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72"/>
  <p:tag name="KSO_WM_UNIT_FILL_FORE_SCHEMECOLOR_INDEX_2_TRANS" val="0"/>
  <p:tag name="KSO_WM_UNIT_FILL_GRADIENT_TYPE" val="0"/>
  <p:tag name="KSO_WM_UNIT_FILL_GRADIENT_ANGLE" val="225"/>
  <p:tag name="KSO_WM_UNIT_FILL_GRADIENT_Direction" val="7"/>
  <p:tag name="KSO_WM_UNIT_FILL_TYPE" val="3"/>
  <p:tag name="KSO_WM_UNIT_SHADOW_SCHEMECOLOR_INDEX_BRIGHTNESS" val="0.4"/>
  <p:tag name="KSO_WM_UNIT_SHADOW_SCHEMECOLOR_INDEX" val="8"/>
</p:tagLst>
</file>

<file path=ppt/tags/tag113.xml><?xml version="1.0" encoding="utf-8"?>
<p:tagLst xmlns:p="http://schemas.openxmlformats.org/presentationml/2006/main">
  <p:tag name="KSO_WM_DIAGRAM_VIRTUALLY_FRAME" val="{&quot;height&quot;:340.6666929133859,&quot;left&quot;:43.9,&quot;top&quot;:137.33330708661418,&quot;width&quot;:856.1000787401575}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4.xml><?xml version="1.0" encoding="utf-8"?>
<p:tagLst xmlns:p="http://schemas.openxmlformats.org/presentationml/2006/main">
  <p:tag name="KSO_WM_DIAGRAM_VIRTUALLY_FRAME" val="{&quot;height&quot;:340.6666929133859,&quot;left&quot;:43.9,&quot;top&quot;:137.33330708661418,&quot;width&quot;:856.1000787401575}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5.xml><?xml version="1.0" encoding="utf-8"?>
<p:tagLst xmlns:p="http://schemas.openxmlformats.org/presentationml/2006/main">
  <p:tag name="KSO_WM_DIAGRAM_VIRTUALLY_FRAME" val="{&quot;height&quot;:340.6666929133859,&quot;left&quot;:43.9,&quot;top&quot;:137.33330708661418,&quot;width&quot;:856.1000787401575}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6.xml><?xml version="1.0" encoding="utf-8"?>
<p:tagLst xmlns:p="http://schemas.openxmlformats.org/presentationml/2006/main">
  <p:tag name="KSO_WM_DIAGRAM_VIRTUALLY_FRAME" val="{&quot;height&quot;:340.6666929133858,&quot;left&quot;:94.45062992125983,&quot;top&quot;:137.33330708661418,&quot;width&quot;:805.5494488188976}"/>
</p:tagLst>
</file>

<file path=ppt/tags/tag117.xml><?xml version="1.0" encoding="utf-8"?>
<p:tagLst xmlns:p="http://schemas.openxmlformats.org/presentationml/2006/main">
  <p:tag name="KSO_WM_DIAGRAM_VIRTUALLY_FRAME" val="{&quot;height&quot;:340.6666929133858,&quot;left&quot;:94.45062992125983,&quot;top&quot;:137.33330708661418,&quot;width&quot;:805.5494488188976}"/>
  <p:tag name="KSO_WM_UNIT_TEXT_FILL_FORE_SCHEMECOLOR_INDEX_BRIGHTNESS" val="0"/>
  <p:tag name="KSO_WM_UNIT_TEXT_FILL_FORE_SCHEMECOLOR_INDEX" val="14"/>
  <p:tag name="KSO_WM_UNIT_TEXT_FILL_TYPE" val="1"/>
</p:tagLst>
</file>

<file path=ppt/tags/tag118.xml><?xml version="1.0" encoding="utf-8"?>
<p:tagLst xmlns:p="http://schemas.openxmlformats.org/presentationml/2006/main">
  <p:tag name="KSO_WM_DIAGRAM_VIRTUALLY_FRAME" val="{&quot;height&quot;:340.6666929133858,&quot;left&quot;:94.45062992125983,&quot;top&quot;:137.33330708661418,&quot;width&quot;:805.5494488188976}"/>
  <p:tag name="KSO_WM_UNIT_TEXT_FILL_FORE_SCHEMECOLOR_INDEX_BRIGHTNESS" val="0"/>
  <p:tag name="KSO_WM_UNIT_TEXT_FILL_FORE_SCHEMECOLOR_INDEX" val="14"/>
  <p:tag name="KSO_WM_UNIT_TEXT_FILL_TYPE" val="1"/>
</p:tagLst>
</file>

<file path=ppt/tags/tag119.xml><?xml version="1.0" encoding="utf-8"?>
<p:tagLst xmlns:p="http://schemas.openxmlformats.org/presentationml/2006/main">
  <p:tag name="KSO_WM_DIAGRAM_VIRTUALLY_FRAME" val="{&quot;height&quot;:340.6666929133858,&quot;left&quot;:94.45062992125983,&quot;top&quot;:137.33330708661418,&quot;width&quot;:805.5494488188976}"/>
  <p:tag name="KSO_WM_UNIT_TEXT_FILL_FORE_SCHEMECOLOR_INDEX_BRIGHTNESS" val="0"/>
  <p:tag name="KSO_WM_UNIT_TEXT_FILL_FORE_SCHEMECOLOR_INDEX" val="14"/>
  <p:tag name="KSO_WM_UNIT_TEXT_FILL_TYPE" val="1"/>
</p:tagLst>
</file>

<file path=ppt/tags/tag120.xml><?xml version="1.0" encoding="utf-8"?>
<p:tagLst xmlns:p="http://schemas.openxmlformats.org/presentationml/2006/main">
  <p:tag name="KSO_WM_DIAGRAM_VIRTUALLY_FRAME" val="{&quot;height&quot;:340.6666929133859,&quot;left&quot;:43.9,&quot;top&quot;:137.33330708661418,&quot;width&quot;:856.1000787401575}"/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7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72"/>
  <p:tag name="KSO_WM_UNIT_FILL_FORE_SCHEMECOLOR_INDEX_2_TRANS" val="0"/>
  <p:tag name="KSO_WM_UNIT_FILL_GRADIENT_TYPE" val="0"/>
  <p:tag name="KSO_WM_UNIT_FILL_GRADIENT_ANGLE" val="225"/>
  <p:tag name="KSO_WM_UNIT_FILL_GRADIENT_Direction" val="7"/>
  <p:tag name="KSO_WM_UNIT_FILL_TYPE" val="3"/>
  <p:tag name="KSO_WM_UNIT_SHADOW_SCHEMECOLOR_INDEX_BRIGHTNESS" val="0.4"/>
  <p:tag name="KSO_WM_UNIT_SHADOW_SCHEMECOLOR_INDEX" val="8"/>
</p:tagLst>
</file>

<file path=ppt/tags/tag121.xml><?xml version="1.0" encoding="utf-8"?>
<p:tagLst xmlns:p="http://schemas.openxmlformats.org/presentationml/2006/main">
  <p:tag name="KSO_WM_DIAGRAM_VIRTUALLY_FRAME" val="{&quot;height&quot;:340.6666929133859,&quot;left&quot;:43.9,&quot;top&quot;:137.33330708661418,&quot;width&quot;:856.1000787401575}"/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7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72"/>
  <p:tag name="KSO_WM_UNIT_FILL_FORE_SCHEMECOLOR_INDEX_2_TRANS" val="0"/>
  <p:tag name="KSO_WM_UNIT_FILL_GRADIENT_TYPE" val="0"/>
  <p:tag name="KSO_WM_UNIT_FILL_GRADIENT_ANGLE" val="225"/>
  <p:tag name="KSO_WM_UNIT_FILL_GRADIENT_Direction" val="7"/>
  <p:tag name="KSO_WM_UNIT_FILL_TYPE" val="3"/>
  <p:tag name="KSO_WM_UNIT_SHADOW_SCHEMECOLOR_INDEX_BRIGHTNESS" val="0.4"/>
  <p:tag name="KSO_WM_UNIT_SHADOW_SCHEMECOLOR_INDEX" val="8"/>
</p:tagLst>
</file>

<file path=ppt/tags/tag122.xml><?xml version="1.0" encoding="utf-8"?>
<p:tagLst xmlns:p="http://schemas.openxmlformats.org/presentationml/2006/main">
  <p:tag name="KSO_WM_DIAGRAM_VIRTUALLY_FRAME" val="{&quot;height&quot;:340.6666929133859,&quot;left&quot;:43.9,&quot;top&quot;:137.33330708661418,&quot;width&quot;:856.1000787401575}"/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7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72"/>
  <p:tag name="KSO_WM_UNIT_FILL_FORE_SCHEMECOLOR_INDEX_2_TRANS" val="0"/>
  <p:tag name="KSO_WM_UNIT_FILL_GRADIENT_TYPE" val="0"/>
  <p:tag name="KSO_WM_UNIT_FILL_GRADIENT_ANGLE" val="225"/>
  <p:tag name="KSO_WM_UNIT_FILL_GRADIENT_Direction" val="7"/>
  <p:tag name="KSO_WM_UNIT_FILL_TYPE" val="3"/>
  <p:tag name="KSO_WM_UNIT_SHADOW_SCHEMECOLOR_INDEX_BRIGHTNESS" val="0.4"/>
  <p:tag name="KSO_WM_UNIT_SHADOW_SCHEMECOLOR_INDEX" val="8"/>
</p:tagLst>
</file>

<file path=ppt/tags/tag12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7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.08"/>
  <p:tag name="KSO_WM_UNIT_FILL_GRADIENT_TYPE" val="0"/>
  <p:tag name="KSO_WM_UNIT_FILL_GRADIENT_ANGLE" val="0"/>
  <p:tag name="KSO_WM_UNIT_FILL_GRADIENT_Direction" val="3"/>
  <p:tag name="KSO_WM_UNIT_FILL_TYPE" val="3"/>
</p:tagLst>
</file>

<file path=ppt/tags/tag12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</p:tagLst>
</file>

<file path=ppt/tags/tag1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1879</Words>
  <Application>WPS 演示</Application>
  <PresentationFormat>宽屏</PresentationFormat>
  <Paragraphs>120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Calibri</vt:lpstr>
      <vt:lpstr>Times New Roman</vt:lpstr>
      <vt:lpstr>OPPOSans M</vt:lpstr>
      <vt:lpstr>Futura Md BT</vt:lpstr>
      <vt:lpstr>OPPOSans H</vt:lpstr>
      <vt:lpstr>Arial</vt:lpstr>
      <vt:lpstr>微软雅黑</vt:lpstr>
      <vt:lpstr>Arial Unicode MS</vt:lpstr>
      <vt:lpstr>Segoe Print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淪䈷闏塵の邨菇</cp:lastModifiedBy>
  <cp:revision>161</cp:revision>
  <dcterms:created xsi:type="dcterms:W3CDTF">2019-06-19T02:08:00Z</dcterms:created>
  <dcterms:modified xsi:type="dcterms:W3CDTF">2025-08-22T13:33:59Z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425F87C540CF49DBAFCC973986CCE0AB_11</vt:lpwstr>
  </property>
</Properties>
</file>